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10"/>
  </p:notesMasterIdLst>
  <p:handoutMasterIdLst>
    <p:handoutMasterId r:id="rId11"/>
  </p:handoutMasterIdLst>
  <p:sldIdLst>
    <p:sldId id="259" r:id="rId5"/>
    <p:sldId id="293" r:id="rId6"/>
    <p:sldId id="385" r:id="rId7"/>
    <p:sldId id="383" r:id="rId8"/>
    <p:sldId id="387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BF79F1E-4CB6-4AE1-8A23-E076874FD877}">
          <p14:sldIdLst>
            <p14:sldId id="259"/>
          </p14:sldIdLst>
        </p14:section>
        <p14:section name="Situacion Actual" id="{D29DB3FE-63D1-4F33-A9A8-C2B560001BA7}">
          <p14:sldIdLst>
            <p14:sldId id="293"/>
          </p14:sldIdLst>
        </p14:section>
        <p14:section name="Objetivo del rediseño" id="{7A1B0E0D-61D7-4801-930A-5393A5E8DE88}">
          <p14:sldIdLst>
            <p14:sldId id="385"/>
          </p14:sldIdLst>
        </p14:section>
        <p14:section name="Modelo Propuesto" id="{B1D1EBC3-734A-4471-A585-357CF828A17F}">
          <p14:sldIdLst>
            <p14:sldId id="383"/>
          </p14:sldIdLst>
        </p14:section>
        <p14:section name="Propuesta de Gestión para el Rediseño" id="{17720CA3-31A1-4B1F-BBE7-E82941261ABC}">
          <p14:sldIdLst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628734-58C7-479B-CD9B-BB1583CB120E}" name="fraile herran, juan ignacio (ext)" initials="f(" userId="S::ji.fraile@servexternos.repsol.com::a79749f0-d051-49f7-b1c4-6a9437906c71" providerId="AD"/>
  <p188:author id="{B5D25982-3DB2-18CC-62FE-369F676F6A34}" name="salomon garcia, sergio (ext)" initials="s(" userId="S::sergio.salomon@servexternos.repsol.com::bdde1c8a-cb34-4bb5-93bf-948d2c1ac8ef" providerId="AD"/>
  <p188:author id="{EBBC3FA5-33C5-BB70-9BD7-8D3EB17FB752}" name="barraza garcia, jackeline (ext)" initials="b(" userId="S::jackeline.barraza@servexternos.repsol.com::26e12a14-6284-4a16-87af-9816ce7eb2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AFAF"/>
    <a:srgbClr val="668FFF"/>
    <a:srgbClr val="0044FF"/>
    <a:srgbClr val="C4D79B"/>
    <a:srgbClr val="CCFFCC"/>
    <a:srgbClr val="B7DEE8"/>
    <a:srgbClr val="6C3300"/>
    <a:srgbClr val="DAEEF3"/>
    <a:srgbClr val="FFFFFF"/>
    <a:srgbClr val="E4D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79678-3508-1F42-91EE-2E7B3BB43422}" v="10" dt="2026-04-04T19:46:44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90479" autoAdjust="0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FD5BB63-7004-45AB-A90E-1C2F3EA812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B2CDD1-6626-4517-9553-8A3CAB33C7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A3D1F-FAC0-49C7-8EE3-64ABD0F382A4}" type="datetimeFigureOut">
              <a:rPr lang="es-ES" smtClean="0"/>
              <a:t>4/4/26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8EAC5F-CE0B-41B4-B1C3-AEE92DD194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ECDD7E-0F3E-44CE-A0A2-04CCB3E77B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FE308-5F5F-430A-93BE-39BC4BA95D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5510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C28B7-72C9-448D-8E0F-A99514070351}" type="datetimeFigureOut">
              <a:rPr lang="es-ES" smtClean="0"/>
              <a:t>4/4/26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1198F-B96F-48C7-B41F-B9B7D3B3BEE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788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1198F-B96F-48C7-B41F-B9B7D3B3BEE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6960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1198F-B96F-48C7-B41F-B9B7D3B3BEE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6590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8C8D-889F-2D6C-1190-AA0B0FDA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A6297-5B17-56D5-246D-8439E957F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F850F-F4A8-D4EB-64CD-22572A799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C2185-977B-D055-B5D6-B4D76CEE7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1198F-B96F-48C7-B41F-B9B7D3B3BEE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0062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1198F-B96F-48C7-B41F-B9B7D3B3BEE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473205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Porta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F26C1-5859-4F64-9559-71FDCDB6A2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86275" y="1448023"/>
            <a:ext cx="7334250" cy="222583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presentación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F49E3B7-A653-468E-AED9-A27E9D022D7F}"/>
              </a:ext>
            </a:extLst>
          </p:cNvPr>
          <p:cNvSpPr/>
          <p:nvPr userDrawn="1"/>
        </p:nvSpPr>
        <p:spPr>
          <a:xfrm>
            <a:off x="4155976" y="0"/>
            <a:ext cx="144000" cy="6876000"/>
          </a:xfrm>
          <a:custGeom>
            <a:avLst/>
            <a:gdLst/>
            <a:ahLst/>
            <a:cxnLst/>
            <a:rect l="l" t="t" r="r" b="b"/>
            <a:pathLst>
              <a:path w="273050" h="11308715">
                <a:moveTo>
                  <a:pt x="0" y="11308556"/>
                </a:moveTo>
                <a:lnTo>
                  <a:pt x="272714" y="11308556"/>
                </a:lnTo>
                <a:lnTo>
                  <a:pt x="27271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Marcador de texto 16">
            <a:extLst>
              <a:ext uri="{FF2B5EF4-FFF2-40B4-BE49-F238E27FC236}">
                <a16:creationId xmlns:a16="http://schemas.microsoft.com/office/drawing/2014/main" id="{E32F0D73-19D6-445E-8EE7-2316D16E31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6275" y="3750063"/>
            <a:ext cx="6181724" cy="122198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lang="es-E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Dirección General / Área de Negocio</a:t>
            </a:r>
          </a:p>
        </p:txBody>
      </p:sp>
      <p:sp>
        <p:nvSpPr>
          <p:cNvPr id="11" name="Marcador de posición de imagen 4">
            <a:extLst>
              <a:ext uri="{FF2B5EF4-FFF2-40B4-BE49-F238E27FC236}">
                <a16:creationId xmlns:a16="http://schemas.microsoft.com/office/drawing/2014/main" id="{6D24B59E-5CBD-40AE-8E41-F36AD370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154400" cy="68760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s-ES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50AE930A-BF94-483B-8A60-296B036DD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03420" y="6520794"/>
            <a:ext cx="7317106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</p:spTree>
    <p:extLst>
      <p:ext uri="{BB962C8B-B14F-4D97-AF65-F5344CB8AC3E}">
        <p14:creationId xmlns:p14="http://schemas.microsoft.com/office/powerpoint/2010/main" val="96491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25A080CF-5A76-4A58-AC8B-D09FF5A93DF6}"/>
              </a:ext>
            </a:extLst>
          </p:cNvPr>
          <p:cNvSpPr/>
          <p:nvPr userDrawn="1"/>
        </p:nvSpPr>
        <p:spPr>
          <a:xfrm>
            <a:off x="360128" y="4305300"/>
            <a:ext cx="144000" cy="927849"/>
          </a:xfrm>
          <a:custGeom>
            <a:avLst/>
            <a:gdLst/>
            <a:ahLst/>
            <a:cxnLst/>
            <a:rect l="l" t="t" r="r" b="b"/>
            <a:pathLst>
              <a:path w="273050" h="11308715">
                <a:moveTo>
                  <a:pt x="0" y="11308556"/>
                </a:moveTo>
                <a:lnTo>
                  <a:pt x="272714" y="11308556"/>
                </a:lnTo>
                <a:lnTo>
                  <a:pt x="27271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70FFF1-4665-4AA0-A081-2BADC1912E2F}"/>
              </a:ext>
            </a:extLst>
          </p:cNvPr>
          <p:cNvSpPr/>
          <p:nvPr userDrawn="1"/>
        </p:nvSpPr>
        <p:spPr>
          <a:xfrm>
            <a:off x="10014857" y="0"/>
            <a:ext cx="2177143" cy="2148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4F26C1-5859-4F64-9559-71FDCDB6A2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295" y="1591063"/>
            <a:ext cx="1114423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presentación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F49E3B7-A653-468E-AED9-A27E9D022D7F}"/>
              </a:ext>
            </a:extLst>
          </p:cNvPr>
          <p:cNvSpPr/>
          <p:nvPr userDrawn="1"/>
        </p:nvSpPr>
        <p:spPr>
          <a:xfrm>
            <a:off x="360128" y="-1"/>
            <a:ext cx="144000" cy="2955925"/>
          </a:xfrm>
          <a:custGeom>
            <a:avLst/>
            <a:gdLst/>
            <a:ahLst/>
            <a:cxnLst/>
            <a:rect l="l" t="t" r="r" b="b"/>
            <a:pathLst>
              <a:path w="273050" h="11308715">
                <a:moveTo>
                  <a:pt x="0" y="11308556"/>
                </a:moveTo>
                <a:lnTo>
                  <a:pt x="272714" y="11308556"/>
                </a:lnTo>
                <a:lnTo>
                  <a:pt x="27271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004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8A1AD4BF-93C9-48C3-AAD0-76EB3FE6E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6295" y="4663440"/>
            <a:ext cx="6181724" cy="577330"/>
          </a:xfrm>
        </p:spPr>
        <p:txBody>
          <a:bodyPr tIns="0" bIns="0" anchor="t" anchorCtr="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lang="es-E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Dirección General / Área de Negocio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B9D7DE5-89CE-4901-A93F-C8B456019AF8}"/>
              </a:ext>
            </a:extLst>
          </p:cNvPr>
          <p:cNvSpPr/>
          <p:nvPr userDrawn="1"/>
        </p:nvSpPr>
        <p:spPr>
          <a:xfrm>
            <a:off x="360128" y="2628000"/>
            <a:ext cx="144000" cy="2021949"/>
          </a:xfrm>
          <a:custGeom>
            <a:avLst/>
            <a:gdLst/>
            <a:ahLst/>
            <a:cxnLst/>
            <a:rect l="l" t="t" r="r" b="b"/>
            <a:pathLst>
              <a:path w="273050" h="11308715">
                <a:moveTo>
                  <a:pt x="0" y="11308556"/>
                </a:moveTo>
                <a:lnTo>
                  <a:pt x="272714" y="11308556"/>
                </a:lnTo>
                <a:lnTo>
                  <a:pt x="27271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668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Marcador de pie de página 5">
            <a:extLst>
              <a:ext uri="{FF2B5EF4-FFF2-40B4-BE49-F238E27FC236}">
                <a16:creationId xmlns:a16="http://schemas.microsoft.com/office/drawing/2014/main" id="{066711C1-1DEA-79FC-92CC-2EB5897FF866}"/>
              </a:ext>
            </a:extLst>
          </p:cNvPr>
          <p:cNvSpPr txBox="1">
            <a:spLocks/>
          </p:cNvSpPr>
          <p:nvPr userDrawn="1"/>
        </p:nvSpPr>
        <p:spPr>
          <a:xfrm>
            <a:off x="432128" y="6582525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lang="es-ES"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 xml:space="preserve">© </a:t>
            </a:r>
            <a:r>
              <a:rPr lang="es-ES" dirty="0" err="1"/>
              <a:t>CQISense</a:t>
            </a:r>
            <a:r>
              <a:rPr lang="es-ES" dirty="0"/>
              <a:t xml:space="preserve">. Data </a:t>
            </a:r>
            <a:r>
              <a:rPr lang="es-ES" dirty="0" err="1"/>
              <a:t>Scientist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898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25A080CF-5A76-4A58-AC8B-D09FF5A93DF6}"/>
              </a:ext>
            </a:extLst>
          </p:cNvPr>
          <p:cNvSpPr/>
          <p:nvPr userDrawn="1"/>
        </p:nvSpPr>
        <p:spPr>
          <a:xfrm>
            <a:off x="360128" y="4318000"/>
            <a:ext cx="144000" cy="799101"/>
          </a:xfrm>
          <a:custGeom>
            <a:avLst/>
            <a:gdLst/>
            <a:ahLst/>
            <a:cxnLst/>
            <a:rect l="l" t="t" r="r" b="b"/>
            <a:pathLst>
              <a:path w="273050" h="11308715">
                <a:moveTo>
                  <a:pt x="0" y="11308556"/>
                </a:moveTo>
                <a:lnTo>
                  <a:pt x="272714" y="11308556"/>
                </a:lnTo>
                <a:lnTo>
                  <a:pt x="27271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/>
          <a:lstStyle/>
          <a:p>
            <a:pPr lvl="0"/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4F26C1-5859-4F64-9559-71FDCDB6A2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295" y="3162299"/>
            <a:ext cx="11144230" cy="137160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5000"/>
              </a:lnSpc>
              <a:defRPr sz="5000">
                <a:solidFill>
                  <a:srgbClr val="5A5A5A"/>
                </a:solidFill>
              </a:defRPr>
            </a:lvl1pPr>
          </a:lstStyle>
          <a:p>
            <a:r>
              <a:rPr lang="es-ES"/>
              <a:t xml:space="preserve">Haz clic aquí para </a:t>
            </a:r>
            <a:br>
              <a:rPr lang="es-ES"/>
            </a:br>
            <a:r>
              <a:rPr lang="es-ES"/>
              <a:t>insertar texto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F49E3B7-A653-468E-AED9-A27E9D022D7F}"/>
              </a:ext>
            </a:extLst>
          </p:cNvPr>
          <p:cNvSpPr/>
          <p:nvPr userDrawn="1"/>
        </p:nvSpPr>
        <p:spPr>
          <a:xfrm>
            <a:off x="360128" y="-1"/>
            <a:ext cx="144000" cy="2511425"/>
          </a:xfrm>
          <a:custGeom>
            <a:avLst/>
            <a:gdLst/>
            <a:ahLst/>
            <a:cxnLst/>
            <a:rect l="l" t="t" r="r" b="b"/>
            <a:pathLst>
              <a:path w="273050" h="11308715">
                <a:moveTo>
                  <a:pt x="0" y="11308556"/>
                </a:moveTo>
                <a:lnTo>
                  <a:pt x="272714" y="11308556"/>
                </a:lnTo>
                <a:lnTo>
                  <a:pt x="27271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0044FF"/>
          </a:solidFill>
        </p:spPr>
        <p:txBody>
          <a:bodyPr wrap="square" lIns="0" tIns="0" rIns="0" bIns="0" rtlCol="0"/>
          <a:lstStyle/>
          <a:p>
            <a:pPr lvl="0"/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B9D7DE5-89CE-4901-A93F-C8B456019AF8}"/>
              </a:ext>
            </a:extLst>
          </p:cNvPr>
          <p:cNvSpPr/>
          <p:nvPr userDrawn="1"/>
        </p:nvSpPr>
        <p:spPr>
          <a:xfrm>
            <a:off x="360128" y="2324101"/>
            <a:ext cx="144000" cy="2209800"/>
          </a:xfrm>
          <a:custGeom>
            <a:avLst/>
            <a:gdLst/>
            <a:ahLst/>
            <a:cxnLst/>
            <a:rect l="l" t="t" r="r" b="b"/>
            <a:pathLst>
              <a:path w="273050" h="11308715">
                <a:moveTo>
                  <a:pt x="0" y="11308556"/>
                </a:moveTo>
                <a:lnTo>
                  <a:pt x="272714" y="11308556"/>
                </a:lnTo>
                <a:lnTo>
                  <a:pt x="272714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668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58F39A4-078D-4B12-9579-39782440B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6295" y="2242237"/>
            <a:ext cx="895350" cy="771525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68D68BF4-1BC1-4902-95B9-168AAE59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</p:spTree>
    <p:extLst>
      <p:ext uri="{BB962C8B-B14F-4D97-AF65-F5344CB8AC3E}">
        <p14:creationId xmlns:p14="http://schemas.microsoft.com/office/powerpoint/2010/main" val="206307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A8B63E8-F8B9-4F59-9A9B-E757F368C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4D61920-FACC-40E1-93D6-3BD8650FD3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275" y="1585976"/>
            <a:ext cx="11144250" cy="4292309"/>
          </a:xfrm>
          <a:solidFill>
            <a:schemeClr val="bg1"/>
          </a:solidFill>
        </p:spPr>
        <p:txBody>
          <a:bodyPr/>
          <a:lstStyle>
            <a:lvl1pPr marL="514350" indent="-514350">
              <a:buClr>
                <a:schemeClr val="accent1"/>
              </a:buClr>
              <a:buFont typeface="+mj-lt"/>
              <a:buAutoNum type="arabicPeriod"/>
              <a:defRPr/>
            </a:lvl1pPr>
            <a:lvl2pPr marL="806450" indent="-349250">
              <a:buFont typeface="+mj-lt"/>
              <a:buAutoNum type="alphaLcPeriod"/>
              <a:defRPr>
                <a:solidFill>
                  <a:srgbClr val="757575"/>
                </a:solidFill>
              </a:defRPr>
            </a:lvl2pPr>
          </a:lstStyle>
          <a:p>
            <a:pPr lvl="0"/>
            <a:r>
              <a:rPr lang="es-ES"/>
              <a:t xml:space="preserve">Haz clic para insertar texto 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E02D10A-B94C-4B07-A72A-97229B3AB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" y="151200"/>
            <a:ext cx="9097200" cy="558767"/>
          </a:xfrm>
        </p:spPr>
        <p:txBody>
          <a:bodyPr bIns="0" anchor="t"/>
          <a:lstStyle/>
          <a:p>
            <a:r>
              <a:rPr lang="es-ES"/>
              <a:t>Haz clic para insertar texto</a:t>
            </a:r>
          </a:p>
        </p:txBody>
      </p:sp>
      <p:sp>
        <p:nvSpPr>
          <p:cNvPr id="2" name="Marcador de pie de página 5">
            <a:extLst>
              <a:ext uri="{FF2B5EF4-FFF2-40B4-BE49-F238E27FC236}">
                <a16:creationId xmlns:a16="http://schemas.microsoft.com/office/drawing/2014/main" id="{581791F4-556C-513A-E453-40042FE86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</p:spPr>
        <p:txBody>
          <a:bodyPr/>
          <a:lstStyle/>
          <a:p>
            <a:r>
              <a:rPr lang="es-ES"/>
              <a:t>© Repsol. Hub del Dato. 15/04/2023</a:t>
            </a:r>
          </a:p>
        </p:txBody>
      </p:sp>
      <p:grpSp>
        <p:nvGrpSpPr>
          <p:cNvPr id="4" name="Grupo 9">
            <a:extLst>
              <a:ext uri="{FF2B5EF4-FFF2-40B4-BE49-F238E27FC236}">
                <a16:creationId xmlns:a16="http://schemas.microsoft.com/office/drawing/2014/main" id="{0A1E73B6-9BFE-4995-6998-F3FA837EF1E7}"/>
              </a:ext>
            </a:extLst>
          </p:cNvPr>
          <p:cNvGrpSpPr/>
          <p:nvPr userDrawn="1"/>
        </p:nvGrpSpPr>
        <p:grpSpPr>
          <a:xfrm>
            <a:off x="360128" y="0"/>
            <a:ext cx="144000" cy="950119"/>
            <a:chOff x="360128" y="0"/>
            <a:chExt cx="144000" cy="950119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1B52F6C4-8A5D-3C62-D7FD-D1864FC3BE63}"/>
                </a:ext>
              </a:extLst>
            </p:cNvPr>
            <p:cNvSpPr/>
            <p:nvPr userDrawn="1"/>
          </p:nvSpPr>
          <p:spPr>
            <a:xfrm>
              <a:off x="360128" y="621506"/>
              <a:ext cx="144000" cy="328613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5280AF12-B9DB-E481-1E57-7309C96D5448}"/>
                </a:ext>
              </a:extLst>
            </p:cNvPr>
            <p:cNvSpPr/>
            <p:nvPr userDrawn="1"/>
          </p:nvSpPr>
          <p:spPr>
            <a:xfrm>
              <a:off x="360128" y="0"/>
              <a:ext cx="144000" cy="247650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004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810F2100-92D0-FF54-2882-C9DFD9BA9FE3}"/>
                </a:ext>
              </a:extLst>
            </p:cNvPr>
            <p:cNvSpPr/>
            <p:nvPr userDrawn="1"/>
          </p:nvSpPr>
          <p:spPr>
            <a:xfrm>
              <a:off x="360128" y="247650"/>
              <a:ext cx="144000" cy="492772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6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832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gina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8762A-2BD0-43E5-B5B4-F74C0CCA0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" y="151200"/>
            <a:ext cx="9097200" cy="558767"/>
          </a:xfrm>
        </p:spPr>
        <p:txBody>
          <a:bodyPr bIns="0" anchor="t"/>
          <a:lstStyle/>
          <a:p>
            <a:r>
              <a:rPr lang="es-ES"/>
              <a:t>Haz clic para insertar texto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42B54C-9E18-40DD-B037-8DB05E3B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exto 16">
            <a:extLst>
              <a:ext uri="{FF2B5EF4-FFF2-40B4-BE49-F238E27FC236}">
                <a16:creationId xmlns:a16="http://schemas.microsoft.com/office/drawing/2014/main" id="{A38E537C-AAF5-4A33-800C-EB515B58F2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295" y="740422"/>
            <a:ext cx="9097200" cy="402578"/>
          </a:xfrm>
        </p:spPr>
        <p:txBody>
          <a:bodyPr anchor="t">
            <a:noAutofit/>
          </a:bodyPr>
          <a:lstStyle>
            <a:lvl1pPr>
              <a:lnSpc>
                <a:spcPts val="1800"/>
              </a:lnSpc>
              <a:defRPr lang="es-ES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33FD97E-2967-4CD7-B091-5194C277D4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5" y="1587600"/>
            <a:ext cx="11144249" cy="4343400"/>
          </a:xfr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Char char="‪"/>
              <a:defRPr sz="2000"/>
            </a:lvl1pPr>
            <a:lvl2pPr marL="266700" indent="-266700">
              <a:buClr>
                <a:schemeClr val="accent1"/>
              </a:buClr>
              <a:buFont typeface="Wingdings" panose="05000000000000000000" pitchFamily="2" charset="2"/>
              <a:buChar char="§"/>
              <a:defRPr sz="2000"/>
            </a:lvl2pPr>
            <a:lvl3pPr marL="449263" indent="-182563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625475" indent="-176213">
              <a:buClr>
                <a:schemeClr val="accent1"/>
              </a:buClr>
              <a:buFont typeface="Courier New" panose="02070309020205020404" pitchFamily="49" charset="0"/>
              <a:buChar char="o"/>
              <a:defRPr sz="1600"/>
            </a:lvl4pPr>
            <a:lvl5pPr marL="808038" indent="-182563">
              <a:buClr>
                <a:schemeClr val="accent1"/>
              </a:buClr>
              <a:buFont typeface="Arial" panose="020B0604020202020204" pitchFamily="34" charset="0"/>
              <a:buChar char="-"/>
              <a:defRPr sz="1400"/>
            </a:lvl5pPr>
          </a:lstStyle>
          <a:p>
            <a:pPr lvl="0"/>
            <a:r>
              <a:rPr lang="es-ES"/>
              <a:t>Haz clic para insertar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2B2BE836-E723-43CE-ADC2-2C8FF19F8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  <p:grpSp>
        <p:nvGrpSpPr>
          <p:cNvPr id="4" name="Grupo 9">
            <a:extLst>
              <a:ext uri="{FF2B5EF4-FFF2-40B4-BE49-F238E27FC236}">
                <a16:creationId xmlns:a16="http://schemas.microsoft.com/office/drawing/2014/main" id="{BA17BC3B-C680-EE16-8996-A2B29931F499}"/>
              </a:ext>
            </a:extLst>
          </p:cNvPr>
          <p:cNvGrpSpPr/>
          <p:nvPr userDrawn="1"/>
        </p:nvGrpSpPr>
        <p:grpSpPr>
          <a:xfrm>
            <a:off x="360128" y="0"/>
            <a:ext cx="144000" cy="950119"/>
            <a:chOff x="360128" y="0"/>
            <a:chExt cx="144000" cy="950119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EA05AD93-91DD-9444-B9A9-C81D94554727}"/>
                </a:ext>
              </a:extLst>
            </p:cNvPr>
            <p:cNvSpPr/>
            <p:nvPr userDrawn="1"/>
          </p:nvSpPr>
          <p:spPr>
            <a:xfrm>
              <a:off x="360128" y="621506"/>
              <a:ext cx="144000" cy="328613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52C91F80-68C0-9991-624A-2584BA3E8E26}"/>
                </a:ext>
              </a:extLst>
            </p:cNvPr>
            <p:cNvSpPr/>
            <p:nvPr userDrawn="1"/>
          </p:nvSpPr>
          <p:spPr>
            <a:xfrm>
              <a:off x="360128" y="0"/>
              <a:ext cx="144000" cy="247650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004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11624EA3-1838-3FC6-536D-6ADD8867F6F7}"/>
                </a:ext>
              </a:extLst>
            </p:cNvPr>
            <p:cNvSpPr/>
            <p:nvPr userDrawn="1"/>
          </p:nvSpPr>
          <p:spPr>
            <a:xfrm>
              <a:off x="360128" y="247650"/>
              <a:ext cx="144000" cy="492772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6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542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lumnas para compar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8762A-2BD0-43E5-B5B4-F74C0CCA0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" y="151200"/>
            <a:ext cx="9097200" cy="558767"/>
          </a:xfrm>
        </p:spPr>
        <p:txBody>
          <a:bodyPr bIns="0" anchor="t"/>
          <a:lstStyle/>
          <a:p>
            <a:r>
              <a:rPr lang="es-ES"/>
              <a:t>Haz clic para insertar texto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42B54C-9E18-40DD-B037-8DB05E3B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exto 16">
            <a:extLst>
              <a:ext uri="{FF2B5EF4-FFF2-40B4-BE49-F238E27FC236}">
                <a16:creationId xmlns:a16="http://schemas.microsoft.com/office/drawing/2014/main" id="{A38E537C-AAF5-4A33-800C-EB515B58F2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295" y="740422"/>
            <a:ext cx="9097200" cy="402578"/>
          </a:xfrm>
        </p:spPr>
        <p:txBody>
          <a:bodyPr anchor="t">
            <a:noAutofit/>
          </a:bodyPr>
          <a:lstStyle>
            <a:lvl1pPr>
              <a:lnSpc>
                <a:spcPts val="1800"/>
              </a:lnSpc>
              <a:defRPr lang="es-ES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A3B438F-9E3E-4666-866E-04B38992EC30}"/>
              </a:ext>
            </a:extLst>
          </p:cNvPr>
          <p:cNvCxnSpPr/>
          <p:nvPr userDrawn="1"/>
        </p:nvCxnSpPr>
        <p:spPr>
          <a:xfrm>
            <a:off x="676275" y="2005166"/>
            <a:ext cx="5364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7D8A9B4-AA32-4AA3-8CCA-9126558A27A3}"/>
              </a:ext>
            </a:extLst>
          </p:cNvPr>
          <p:cNvCxnSpPr/>
          <p:nvPr userDrawn="1"/>
        </p:nvCxnSpPr>
        <p:spPr>
          <a:xfrm>
            <a:off x="676275" y="1586066"/>
            <a:ext cx="5364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C40FCF8-7AB5-4167-965D-A6FCDE01C6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274" y="1600300"/>
            <a:ext cx="5363999" cy="396000"/>
          </a:xfrm>
        </p:spPr>
        <p:txBody>
          <a:bodyPr anchor="ctr">
            <a:noAutofit/>
          </a:bodyPr>
          <a:lstStyle>
            <a:lvl1pPr algn="l"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229D6DC-662A-4908-B5A2-8E2FA9BE5DB4}"/>
              </a:ext>
            </a:extLst>
          </p:cNvPr>
          <p:cNvCxnSpPr/>
          <p:nvPr userDrawn="1"/>
        </p:nvCxnSpPr>
        <p:spPr>
          <a:xfrm>
            <a:off x="6457951" y="2005166"/>
            <a:ext cx="5364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606F260-7EA1-428A-AD14-802C91C49372}"/>
              </a:ext>
            </a:extLst>
          </p:cNvPr>
          <p:cNvCxnSpPr/>
          <p:nvPr userDrawn="1"/>
        </p:nvCxnSpPr>
        <p:spPr>
          <a:xfrm>
            <a:off x="6457951" y="1586066"/>
            <a:ext cx="5364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8">
            <a:extLst>
              <a:ext uri="{FF2B5EF4-FFF2-40B4-BE49-F238E27FC236}">
                <a16:creationId xmlns:a16="http://schemas.microsoft.com/office/drawing/2014/main" id="{0336A9E1-BBA2-496F-AE5C-49DF828E09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1600300"/>
            <a:ext cx="5363999" cy="396000"/>
          </a:xfrm>
        </p:spPr>
        <p:txBody>
          <a:bodyPr anchor="ctr">
            <a:noAutofit/>
          </a:bodyPr>
          <a:lstStyle>
            <a:lvl1pPr algn="l"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DEA15338-48E9-4834-A896-5064337151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6276" y="2245806"/>
            <a:ext cx="5363998" cy="3685193"/>
          </a:xfr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Char char="‪"/>
              <a:defRPr sz="2000"/>
            </a:lvl1pPr>
            <a:lvl2pPr marL="266700" indent="-266700">
              <a:buClr>
                <a:schemeClr val="accent1"/>
              </a:buClr>
              <a:buFont typeface="Wingdings" panose="05000000000000000000" pitchFamily="2" charset="2"/>
              <a:buChar char="§"/>
              <a:defRPr sz="2000"/>
            </a:lvl2pPr>
            <a:lvl3pPr marL="449263" indent="-182563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625475" indent="-176213">
              <a:buClr>
                <a:schemeClr val="accent1"/>
              </a:buClr>
              <a:buFont typeface="Courier New" panose="02070309020205020404" pitchFamily="49" charset="0"/>
              <a:buChar char="o"/>
              <a:defRPr sz="1600"/>
            </a:lvl4pPr>
            <a:lvl5pPr marL="808038" indent="-182563">
              <a:buClr>
                <a:schemeClr val="accent1"/>
              </a:buClr>
              <a:buFont typeface="Arial" panose="020B0604020202020204" pitchFamily="34" charset="0"/>
              <a:buChar char="-"/>
              <a:defRPr sz="1400"/>
            </a:lvl5pPr>
          </a:lstStyle>
          <a:p>
            <a:pPr lvl="0"/>
            <a:r>
              <a:rPr lang="es-ES"/>
              <a:t>Haz clic para insertar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8" name="Marcador de texto 11">
            <a:extLst>
              <a:ext uri="{FF2B5EF4-FFF2-40B4-BE49-F238E27FC236}">
                <a16:creationId xmlns:a16="http://schemas.microsoft.com/office/drawing/2014/main" id="{0B0043D2-49D3-41B0-81A7-506C8B7856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57950" y="2245806"/>
            <a:ext cx="5363998" cy="3685193"/>
          </a:xfr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Char char="‪"/>
              <a:defRPr sz="2000"/>
            </a:lvl1pPr>
            <a:lvl2pPr marL="266700" indent="-266700">
              <a:buClr>
                <a:schemeClr val="accent1"/>
              </a:buClr>
              <a:buFont typeface="Wingdings" panose="05000000000000000000" pitchFamily="2" charset="2"/>
              <a:buChar char="§"/>
              <a:defRPr sz="2000"/>
            </a:lvl2pPr>
            <a:lvl3pPr marL="449263" indent="-182563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625475" indent="-176213">
              <a:buClr>
                <a:schemeClr val="accent1"/>
              </a:buClr>
              <a:buFont typeface="Courier New" panose="02070309020205020404" pitchFamily="49" charset="0"/>
              <a:buChar char="o"/>
              <a:defRPr sz="1600"/>
            </a:lvl4pPr>
            <a:lvl5pPr marL="808038" indent="-182563">
              <a:buClr>
                <a:schemeClr val="accent1"/>
              </a:buClr>
              <a:buFont typeface="Arial" panose="020B0604020202020204" pitchFamily="34" charset="0"/>
              <a:buChar char="-"/>
              <a:defRPr sz="1400"/>
            </a:lvl5pPr>
          </a:lstStyle>
          <a:p>
            <a:pPr lvl="0"/>
            <a:r>
              <a:rPr lang="es-ES"/>
              <a:t>Haz clic para insertar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4E749EE9-9C43-46C1-A315-0CD1882AC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  <p:grpSp>
        <p:nvGrpSpPr>
          <p:cNvPr id="4" name="Grupo 9">
            <a:extLst>
              <a:ext uri="{FF2B5EF4-FFF2-40B4-BE49-F238E27FC236}">
                <a16:creationId xmlns:a16="http://schemas.microsoft.com/office/drawing/2014/main" id="{C6162326-61A9-DBA6-6045-FE7CE05DB4E9}"/>
              </a:ext>
            </a:extLst>
          </p:cNvPr>
          <p:cNvGrpSpPr/>
          <p:nvPr userDrawn="1"/>
        </p:nvGrpSpPr>
        <p:grpSpPr>
          <a:xfrm>
            <a:off x="360128" y="0"/>
            <a:ext cx="144000" cy="950119"/>
            <a:chOff x="360128" y="0"/>
            <a:chExt cx="144000" cy="950119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4389C12A-1AA7-B5F6-5217-4AC6C50F5EDF}"/>
                </a:ext>
              </a:extLst>
            </p:cNvPr>
            <p:cNvSpPr/>
            <p:nvPr userDrawn="1"/>
          </p:nvSpPr>
          <p:spPr>
            <a:xfrm>
              <a:off x="360128" y="621506"/>
              <a:ext cx="144000" cy="328613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5BE48333-7957-E0BC-9142-72D084534A30}"/>
                </a:ext>
              </a:extLst>
            </p:cNvPr>
            <p:cNvSpPr/>
            <p:nvPr userDrawn="1"/>
          </p:nvSpPr>
          <p:spPr>
            <a:xfrm>
              <a:off x="360128" y="0"/>
              <a:ext cx="144000" cy="247650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004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45637FD2-BCB0-58B6-C66C-1659B0AA9DD5}"/>
                </a:ext>
              </a:extLst>
            </p:cNvPr>
            <p:cNvSpPr/>
            <p:nvPr userDrawn="1"/>
          </p:nvSpPr>
          <p:spPr>
            <a:xfrm>
              <a:off x="360128" y="247650"/>
              <a:ext cx="144000" cy="492772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6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3075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Gráfic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8762A-2BD0-43E5-B5B4-F74C0CCA0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" y="151200"/>
            <a:ext cx="9097200" cy="558767"/>
          </a:xfrm>
        </p:spPr>
        <p:txBody>
          <a:bodyPr bIns="0" anchor="t"/>
          <a:lstStyle/>
          <a:p>
            <a:r>
              <a:rPr lang="es-ES"/>
              <a:t>Haz clic para insertar texto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42B54C-9E18-40DD-B037-8DB05E3B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exto 16">
            <a:extLst>
              <a:ext uri="{FF2B5EF4-FFF2-40B4-BE49-F238E27FC236}">
                <a16:creationId xmlns:a16="http://schemas.microsoft.com/office/drawing/2014/main" id="{A38E537C-AAF5-4A33-800C-EB515B58F2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295" y="740422"/>
            <a:ext cx="9097200" cy="402578"/>
          </a:xfrm>
        </p:spPr>
        <p:txBody>
          <a:bodyPr anchor="t">
            <a:noAutofit/>
          </a:bodyPr>
          <a:lstStyle>
            <a:lvl1pPr>
              <a:lnSpc>
                <a:spcPts val="1800"/>
              </a:lnSpc>
              <a:defRPr lang="es-ES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D5DD6061-4B19-498C-A06C-9B452FE2DE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570" y="1587600"/>
            <a:ext cx="3520731" cy="1135380"/>
          </a:xfrm>
        </p:spPr>
        <p:txBody>
          <a:bodyPr>
            <a:normAutofit/>
          </a:bodyPr>
          <a:lstStyle>
            <a:lvl1pPr marL="182563" indent="-182563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/>
            </a:lvl1pPr>
            <a:lvl2pPr marL="266700" indent="-266700">
              <a:buClr>
                <a:schemeClr val="accent1"/>
              </a:buClr>
              <a:buFont typeface="Wingdings" panose="05000000000000000000" pitchFamily="2" charset="2"/>
              <a:buChar char="§"/>
              <a:defRPr sz="1500"/>
            </a:lvl2pPr>
            <a:lvl3pPr marL="449263" indent="-182563">
              <a:buClr>
                <a:schemeClr val="accent1"/>
              </a:buClr>
              <a:buFont typeface="Arial" panose="020B0604020202020204" pitchFamily="34" charset="0"/>
              <a:buChar char="•"/>
              <a:defRPr sz="1500"/>
            </a:lvl3pPr>
            <a:lvl4pPr marL="625475" indent="-176213">
              <a:buClr>
                <a:schemeClr val="accent1"/>
              </a:buClr>
              <a:buFont typeface="Courier New" panose="02070309020205020404" pitchFamily="49" charset="0"/>
              <a:buChar char="o"/>
              <a:defRPr sz="1500"/>
            </a:lvl4pPr>
            <a:lvl5pPr marL="808038" indent="-182563">
              <a:buClr>
                <a:schemeClr val="accent1"/>
              </a:buClr>
              <a:buFont typeface="Arial" panose="020B0604020202020204" pitchFamily="34" charset="0"/>
              <a:buChar char="-"/>
              <a:defRPr sz="1500"/>
            </a:lvl5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14" name="Marcador de gráfico 13">
            <a:extLst>
              <a:ext uri="{FF2B5EF4-FFF2-40B4-BE49-F238E27FC236}">
                <a16:creationId xmlns:a16="http://schemas.microsoft.com/office/drawing/2014/main" id="{9F8010E3-3ECB-4412-A956-207764852A5A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7570" y="2133600"/>
            <a:ext cx="11102954" cy="3781425"/>
          </a:xfrm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endParaRPr lang="es-ES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0D9452C3-F8A7-47F6-866D-39F17439F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  <p:grpSp>
        <p:nvGrpSpPr>
          <p:cNvPr id="4" name="Grupo 9">
            <a:extLst>
              <a:ext uri="{FF2B5EF4-FFF2-40B4-BE49-F238E27FC236}">
                <a16:creationId xmlns:a16="http://schemas.microsoft.com/office/drawing/2014/main" id="{298B42C0-6539-5B4A-F626-ED7F269C8E3D}"/>
              </a:ext>
            </a:extLst>
          </p:cNvPr>
          <p:cNvGrpSpPr/>
          <p:nvPr userDrawn="1"/>
        </p:nvGrpSpPr>
        <p:grpSpPr>
          <a:xfrm>
            <a:off x="360128" y="0"/>
            <a:ext cx="144000" cy="950119"/>
            <a:chOff x="360128" y="0"/>
            <a:chExt cx="144000" cy="950119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E88FE4FC-9F5C-E491-B94E-5DDD4C46AF0D}"/>
                </a:ext>
              </a:extLst>
            </p:cNvPr>
            <p:cNvSpPr/>
            <p:nvPr userDrawn="1"/>
          </p:nvSpPr>
          <p:spPr>
            <a:xfrm>
              <a:off x="360128" y="621506"/>
              <a:ext cx="144000" cy="328613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229E7422-A0E2-9970-5669-0BD1007BCBED}"/>
                </a:ext>
              </a:extLst>
            </p:cNvPr>
            <p:cNvSpPr/>
            <p:nvPr userDrawn="1"/>
          </p:nvSpPr>
          <p:spPr>
            <a:xfrm>
              <a:off x="360128" y="0"/>
              <a:ext cx="144000" cy="247650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004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A0306D55-5DFD-973B-E1A4-14DB2494077E}"/>
                </a:ext>
              </a:extLst>
            </p:cNvPr>
            <p:cNvSpPr/>
            <p:nvPr userDrawn="1"/>
          </p:nvSpPr>
          <p:spPr>
            <a:xfrm>
              <a:off x="360128" y="247650"/>
              <a:ext cx="144000" cy="492772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6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331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8762A-2BD0-43E5-B5B4-F74C0CCA0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" y="151200"/>
            <a:ext cx="9097200" cy="558767"/>
          </a:xfrm>
        </p:spPr>
        <p:txBody>
          <a:bodyPr bIns="0" anchor="t"/>
          <a:lstStyle/>
          <a:p>
            <a:r>
              <a:rPr lang="es-ES"/>
              <a:t>Haz clic para insertar texto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42B54C-9E18-40DD-B037-8DB05E3B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exto 16">
            <a:extLst>
              <a:ext uri="{FF2B5EF4-FFF2-40B4-BE49-F238E27FC236}">
                <a16:creationId xmlns:a16="http://schemas.microsoft.com/office/drawing/2014/main" id="{A38E537C-AAF5-4A33-800C-EB515B58F2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295" y="740422"/>
            <a:ext cx="9097200" cy="402578"/>
          </a:xfrm>
        </p:spPr>
        <p:txBody>
          <a:bodyPr anchor="t">
            <a:noAutofit/>
          </a:bodyPr>
          <a:lstStyle>
            <a:lvl1pPr>
              <a:lnSpc>
                <a:spcPts val="1800"/>
              </a:lnSpc>
              <a:defRPr lang="es-ES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23" name="Marcador de tabla 22">
            <a:extLst>
              <a:ext uri="{FF2B5EF4-FFF2-40B4-BE49-F238E27FC236}">
                <a16:creationId xmlns:a16="http://schemas.microsoft.com/office/drawing/2014/main" id="{99FD9B29-A45E-4764-9790-D3B49304F35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76275" y="1587600"/>
            <a:ext cx="11144250" cy="4330600"/>
          </a:xfrm>
        </p:spPr>
        <p:txBody>
          <a:bodyPr lIns="180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552E0B77-C51E-4E38-88C3-F31B7684D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  <p:grpSp>
        <p:nvGrpSpPr>
          <p:cNvPr id="4" name="Grupo 9">
            <a:extLst>
              <a:ext uri="{FF2B5EF4-FFF2-40B4-BE49-F238E27FC236}">
                <a16:creationId xmlns:a16="http://schemas.microsoft.com/office/drawing/2014/main" id="{E131D8DA-8719-A3AF-F783-5C9C738DBA64}"/>
              </a:ext>
            </a:extLst>
          </p:cNvPr>
          <p:cNvGrpSpPr/>
          <p:nvPr userDrawn="1"/>
        </p:nvGrpSpPr>
        <p:grpSpPr>
          <a:xfrm>
            <a:off x="360128" y="0"/>
            <a:ext cx="144000" cy="950119"/>
            <a:chOff x="360128" y="0"/>
            <a:chExt cx="144000" cy="950119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0DB79A76-AFFD-6563-335B-FB6AEEC6A46F}"/>
                </a:ext>
              </a:extLst>
            </p:cNvPr>
            <p:cNvSpPr/>
            <p:nvPr userDrawn="1"/>
          </p:nvSpPr>
          <p:spPr>
            <a:xfrm>
              <a:off x="360128" y="621506"/>
              <a:ext cx="144000" cy="328613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C4C969CD-A3E8-C752-206B-F7791164616A}"/>
                </a:ext>
              </a:extLst>
            </p:cNvPr>
            <p:cNvSpPr/>
            <p:nvPr userDrawn="1"/>
          </p:nvSpPr>
          <p:spPr>
            <a:xfrm>
              <a:off x="360128" y="0"/>
              <a:ext cx="144000" cy="247650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004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003193C9-8BEE-2DD7-9758-2654D5FB49D8}"/>
                </a:ext>
              </a:extLst>
            </p:cNvPr>
            <p:cNvSpPr/>
            <p:nvPr userDrawn="1"/>
          </p:nvSpPr>
          <p:spPr>
            <a:xfrm>
              <a:off x="360128" y="247650"/>
              <a:ext cx="144000" cy="492772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6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45609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9">
            <a:extLst>
              <a:ext uri="{FF2B5EF4-FFF2-40B4-BE49-F238E27FC236}">
                <a16:creationId xmlns:a16="http://schemas.microsoft.com/office/drawing/2014/main" id="{7F9CB72B-1E2B-4217-9571-BD5B7DBF7C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80450" y="0"/>
            <a:ext cx="3511550" cy="6858000"/>
          </a:xfrm>
        </p:spPr>
        <p:txBody>
          <a:bodyPr anchor="ctr">
            <a:normAutofit/>
          </a:bodyPr>
          <a:lstStyle>
            <a:lvl1pPr algn="ctr">
              <a:defRPr sz="2000">
                <a:solidFill>
                  <a:srgbClr val="5A5A5A"/>
                </a:solidFill>
              </a:defRPr>
            </a:lvl1pPr>
          </a:lstStyle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38762A-2BD0-43E5-B5B4-F74C0CCA0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" y="151200"/>
            <a:ext cx="9097200" cy="558767"/>
          </a:xfrm>
        </p:spPr>
        <p:txBody>
          <a:bodyPr bIns="0" anchor="t"/>
          <a:lstStyle/>
          <a:p>
            <a:r>
              <a:rPr lang="es-ES"/>
              <a:t>Haz clic para insertar texto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42B54C-9E18-40DD-B037-8DB05E3B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exto 16">
            <a:extLst>
              <a:ext uri="{FF2B5EF4-FFF2-40B4-BE49-F238E27FC236}">
                <a16:creationId xmlns:a16="http://schemas.microsoft.com/office/drawing/2014/main" id="{A38E537C-AAF5-4A33-800C-EB515B58F2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295" y="740422"/>
            <a:ext cx="9097200" cy="402578"/>
          </a:xfrm>
        </p:spPr>
        <p:txBody>
          <a:bodyPr anchor="t">
            <a:noAutofit/>
          </a:bodyPr>
          <a:lstStyle>
            <a:lvl1pPr>
              <a:lnSpc>
                <a:spcPts val="1800"/>
              </a:lnSpc>
              <a:defRPr lang="es-ES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50FD722-CFAA-4377-B512-CF707DE57A08}"/>
              </a:ext>
            </a:extLst>
          </p:cNvPr>
          <p:cNvGrpSpPr/>
          <p:nvPr userDrawn="1"/>
        </p:nvGrpSpPr>
        <p:grpSpPr>
          <a:xfrm>
            <a:off x="360128" y="0"/>
            <a:ext cx="144000" cy="950119"/>
            <a:chOff x="360128" y="0"/>
            <a:chExt cx="144000" cy="950119"/>
          </a:xfrm>
        </p:grpSpPr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B6ABF8D9-A187-4F4B-AC7B-07BD1620D058}"/>
                </a:ext>
              </a:extLst>
            </p:cNvPr>
            <p:cNvSpPr/>
            <p:nvPr userDrawn="1"/>
          </p:nvSpPr>
          <p:spPr>
            <a:xfrm>
              <a:off x="360128" y="621506"/>
              <a:ext cx="144000" cy="328613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AC201FBB-30A6-4448-B8A2-70DA749EDD47}"/>
                </a:ext>
              </a:extLst>
            </p:cNvPr>
            <p:cNvSpPr/>
            <p:nvPr userDrawn="1"/>
          </p:nvSpPr>
          <p:spPr>
            <a:xfrm>
              <a:off x="360128" y="0"/>
              <a:ext cx="144000" cy="247650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004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3">
              <a:extLst>
                <a:ext uri="{FF2B5EF4-FFF2-40B4-BE49-F238E27FC236}">
                  <a16:creationId xmlns:a16="http://schemas.microsoft.com/office/drawing/2014/main" id="{437405E7-6071-43D3-981F-493930AFFA55}"/>
                </a:ext>
              </a:extLst>
            </p:cNvPr>
            <p:cNvSpPr/>
            <p:nvPr userDrawn="1"/>
          </p:nvSpPr>
          <p:spPr>
            <a:xfrm>
              <a:off x="360128" y="247650"/>
              <a:ext cx="144000" cy="492772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6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15D4EDC4-7451-447F-BF71-F5F6F8E75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</p:spTree>
    <p:extLst>
      <p:ext uri="{BB962C8B-B14F-4D97-AF65-F5344CB8AC3E}">
        <p14:creationId xmlns:p14="http://schemas.microsoft.com/office/powerpoint/2010/main" val="2881294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Texto+Gráfico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8762A-2BD0-43E5-B5B4-F74C0CCA0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" y="151200"/>
            <a:ext cx="9097200" cy="558767"/>
          </a:xfrm>
        </p:spPr>
        <p:txBody>
          <a:bodyPr bIns="0" anchor="t"/>
          <a:lstStyle/>
          <a:p>
            <a:r>
              <a:rPr lang="es-ES"/>
              <a:t>Haz clic para insertar texto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42B54C-9E18-40DD-B037-8DB05E3B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exto 16">
            <a:extLst>
              <a:ext uri="{FF2B5EF4-FFF2-40B4-BE49-F238E27FC236}">
                <a16:creationId xmlns:a16="http://schemas.microsoft.com/office/drawing/2014/main" id="{A38E537C-AAF5-4A33-800C-EB515B58F2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295" y="740422"/>
            <a:ext cx="9097200" cy="402578"/>
          </a:xfrm>
        </p:spPr>
        <p:txBody>
          <a:bodyPr anchor="t">
            <a:noAutofit/>
          </a:bodyPr>
          <a:lstStyle>
            <a:lvl1pPr>
              <a:lnSpc>
                <a:spcPts val="1800"/>
              </a:lnSpc>
              <a:defRPr lang="es-ES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90AD7A38-6D42-449B-91EA-9A304111B8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6" y="2558415"/>
            <a:ext cx="3842384" cy="3597881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Clr>
                <a:schemeClr val="bg1"/>
              </a:buClr>
              <a:buFont typeface="Arial" panose="020B0604020202020204" pitchFamily="34" charset="0"/>
              <a:buNone/>
              <a:defRPr sz="2000"/>
            </a:lvl1pPr>
            <a:lvl2pPr marL="266700" indent="-266700">
              <a:buClr>
                <a:schemeClr val="accent1"/>
              </a:buClr>
              <a:buFont typeface="Wingdings" panose="05000000000000000000" pitchFamily="2" charset="2"/>
              <a:buChar char="§"/>
              <a:defRPr sz="1500"/>
            </a:lvl2pPr>
            <a:lvl3pPr marL="449263" indent="-182563">
              <a:buClr>
                <a:schemeClr val="accent1"/>
              </a:buClr>
              <a:buFont typeface="Arial" panose="020B0604020202020204" pitchFamily="34" charset="0"/>
              <a:buChar char="•"/>
              <a:defRPr sz="1500"/>
            </a:lvl3pPr>
            <a:lvl4pPr marL="625475" indent="-176213">
              <a:buClr>
                <a:schemeClr val="accent1"/>
              </a:buClr>
              <a:buFont typeface="Courier New" panose="02070309020205020404" pitchFamily="49" charset="0"/>
              <a:buChar char="o"/>
              <a:defRPr sz="1500"/>
            </a:lvl4pPr>
            <a:lvl5pPr marL="808038" indent="-182563">
              <a:buClr>
                <a:schemeClr val="accent1"/>
              </a:buClr>
              <a:buFont typeface="Arial" panose="020B0604020202020204" pitchFamily="34" charset="0"/>
              <a:buChar char="-"/>
              <a:defRPr sz="1500"/>
            </a:lvl5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826E8953-5102-485A-A2C6-42ADF76FF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274" y="1587600"/>
            <a:ext cx="3842383" cy="685489"/>
          </a:xfrm>
        </p:spPr>
        <p:txBody>
          <a:bodyPr anchor="b">
            <a:noAutofit/>
          </a:bodyPr>
          <a:lstStyle>
            <a:lvl1pPr algn="l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14" name="Marcador de gráfico 13">
            <a:extLst>
              <a:ext uri="{FF2B5EF4-FFF2-40B4-BE49-F238E27FC236}">
                <a16:creationId xmlns:a16="http://schemas.microsoft.com/office/drawing/2014/main" id="{7E9EBA94-05F0-4F38-A205-562FCDCA1CE5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11700" y="1587600"/>
            <a:ext cx="7108825" cy="4568696"/>
          </a:xfrm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endParaRPr lang="es-ES"/>
          </a:p>
        </p:txBody>
      </p:sp>
      <p:sp>
        <p:nvSpPr>
          <p:cNvPr id="19" name="Marcador de pie de página 4">
            <a:extLst>
              <a:ext uri="{FF2B5EF4-FFF2-40B4-BE49-F238E27FC236}">
                <a16:creationId xmlns:a16="http://schemas.microsoft.com/office/drawing/2014/main" id="{1B4E7F0E-4FE4-4DAF-9C68-FA591AA04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  <p:grpSp>
        <p:nvGrpSpPr>
          <p:cNvPr id="4" name="Grupo 9">
            <a:extLst>
              <a:ext uri="{FF2B5EF4-FFF2-40B4-BE49-F238E27FC236}">
                <a16:creationId xmlns:a16="http://schemas.microsoft.com/office/drawing/2014/main" id="{5B6AD54A-A8E2-1FD5-816E-28BA00D92EAA}"/>
              </a:ext>
            </a:extLst>
          </p:cNvPr>
          <p:cNvGrpSpPr/>
          <p:nvPr userDrawn="1"/>
        </p:nvGrpSpPr>
        <p:grpSpPr>
          <a:xfrm>
            <a:off x="360128" y="0"/>
            <a:ext cx="144000" cy="950119"/>
            <a:chOff x="360128" y="0"/>
            <a:chExt cx="144000" cy="950119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C9049C01-6103-646B-C5BC-9F8BF35C2524}"/>
                </a:ext>
              </a:extLst>
            </p:cNvPr>
            <p:cNvSpPr/>
            <p:nvPr userDrawn="1"/>
          </p:nvSpPr>
          <p:spPr>
            <a:xfrm>
              <a:off x="360128" y="621506"/>
              <a:ext cx="144000" cy="328613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B656AEC9-3908-442B-54DF-6320D094ED51}"/>
                </a:ext>
              </a:extLst>
            </p:cNvPr>
            <p:cNvSpPr/>
            <p:nvPr userDrawn="1"/>
          </p:nvSpPr>
          <p:spPr>
            <a:xfrm>
              <a:off x="360128" y="0"/>
              <a:ext cx="144000" cy="247650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004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9E1F626D-6D67-05BC-BFD9-7CD419C2CF0A}"/>
                </a:ext>
              </a:extLst>
            </p:cNvPr>
            <p:cNvSpPr/>
            <p:nvPr userDrawn="1"/>
          </p:nvSpPr>
          <p:spPr>
            <a:xfrm>
              <a:off x="360128" y="247650"/>
              <a:ext cx="144000" cy="492772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6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08728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9090D8-AE6E-4E8A-870B-15CC4F01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17500"/>
            <a:ext cx="11107550" cy="609599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/>
          <a:p>
            <a:r>
              <a:rPr lang="es-ES" dirty="0"/>
              <a:t>Haz clic para insertar texto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250D22-531A-45EE-A745-712095301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1581150"/>
            <a:ext cx="11144250" cy="459581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CCBB09-EFC6-44C8-B77C-7D894BA79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799" y="6513175"/>
            <a:ext cx="8477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 algn="r">
              <a:defRPr lang="es-ES" sz="1000" smtClean="0">
                <a:solidFill>
                  <a:schemeClr val="accent4"/>
                </a:solidFill>
              </a:defRPr>
            </a:lvl1pPr>
          </a:lstStyle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F46DC094-0D92-4AA0-9A89-94F5A5F0D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4" y="6513174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</p:spTree>
    <p:extLst>
      <p:ext uri="{BB962C8B-B14F-4D97-AF65-F5344CB8AC3E}">
        <p14:creationId xmlns:p14="http://schemas.microsoft.com/office/powerpoint/2010/main" val="109731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7446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8BE4BF9-5BF8-40F6-8877-453390AFA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181" y="1701560"/>
            <a:ext cx="11144230" cy="969212"/>
          </a:xfrm>
        </p:spPr>
        <p:txBody>
          <a:bodyPr anchor="ctr">
            <a:normAutofit/>
          </a:bodyPr>
          <a:lstStyle/>
          <a:p>
            <a:r>
              <a:rPr lang="es-ES" sz="3600" dirty="0">
                <a:cs typeface="Arial"/>
              </a:rPr>
              <a:t>Título del Reporte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EEB0A0-3B74-4230-9649-A4E93E2D08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51868" y="5786944"/>
            <a:ext cx="4215846" cy="334341"/>
          </a:xfrm>
        </p:spPr>
        <p:txBody>
          <a:bodyPr/>
          <a:lstStyle/>
          <a:p>
            <a:pPr algn="r"/>
            <a:r>
              <a:rPr lang="es-ES" dirty="0">
                <a:solidFill>
                  <a:schemeClr val="tx1">
                    <a:lumMod val="60000"/>
                    <a:lumOff val="40000"/>
                  </a:schemeClr>
                </a:solidFill>
                <a:cs typeface="Arial"/>
              </a:rPr>
              <a:t>Equipo / Autor  |  CQISense</a:t>
            </a:r>
            <a:endParaRPr lang="es-E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F5A5E9D5-0E7F-545F-F389-B01B4AEB8B09}"/>
              </a:ext>
            </a:extLst>
          </p:cNvPr>
          <p:cNvSpPr txBox="1">
            <a:spLocks/>
          </p:cNvSpPr>
          <p:nvPr/>
        </p:nvSpPr>
        <p:spPr>
          <a:xfrm>
            <a:off x="535180" y="2507810"/>
            <a:ext cx="9682246" cy="709136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>
                <a:cs typeface="Arial"/>
              </a:rPr>
              <a:t>Subtítulo / Descripción breve del documento</a:t>
            </a:r>
            <a:endParaRPr lang="es-ES" sz="3600" dirty="0">
              <a:cs typeface="Arial"/>
            </a:endParaRP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B2EB14D1-4344-B0BE-1606-8E39C855FB20}"/>
              </a:ext>
            </a:extLst>
          </p:cNvPr>
          <p:cNvSpPr txBox="1">
            <a:spLocks/>
          </p:cNvSpPr>
          <p:nvPr/>
        </p:nvSpPr>
        <p:spPr>
          <a:xfrm>
            <a:off x="8039478" y="6121285"/>
            <a:ext cx="3728236" cy="334341"/>
          </a:xfrm>
          <a:prstGeom prst="rect">
            <a:avLst/>
          </a:prstGeom>
        </p:spPr>
        <p:txBody>
          <a:bodyPr vert="horz" lIns="36000" tIns="0" rIns="36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es-E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dirty="0">
                <a:solidFill>
                  <a:schemeClr val="tx1">
                    <a:lumMod val="60000"/>
                    <a:lumOff val="40000"/>
                  </a:schemeClr>
                </a:solidFill>
                <a:cs typeface="Arial"/>
              </a:rPr>
              <a:t>Mes, Año</a:t>
            </a:r>
            <a:endParaRPr lang="es-E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97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B4E220A7-F61F-C3FB-B117-AAD74CC7F3E0}"/>
              </a:ext>
            </a:extLst>
          </p:cNvPr>
          <p:cNvSpPr/>
          <p:nvPr/>
        </p:nvSpPr>
        <p:spPr>
          <a:xfrm>
            <a:off x="11572240" y="6352384"/>
            <a:ext cx="619760" cy="387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90B0BF0-3391-46CF-A99F-614A998A1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dirty="0">
                <a:solidFill>
                  <a:schemeClr val="bg2"/>
                </a:solidFill>
                <a:cs typeface="Arial"/>
              </a:rPr>
              <a:t>[Título de la Sección]</a:t>
            </a:r>
            <a:endParaRPr lang="es-ES" sz="2400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E3B2309-D4DC-4425-BA49-DD9382377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2240" y="6352384"/>
            <a:ext cx="619760" cy="387382"/>
          </a:xfrm>
        </p:spPr>
        <p:txBody>
          <a:bodyPr/>
          <a:lstStyle/>
          <a:p>
            <a:pPr algn="ctr"/>
            <a:fld id="{17355891-E9F0-4983-99BF-9F86C85A70B2}" type="slidenum">
              <a:rPr lang="es-ES" sz="2000" smtClean="0"/>
              <a:pPr algn="ctr"/>
              <a:t>2</a:t>
            </a:fld>
            <a:endParaRPr lang="es-ES" sz="2000"/>
          </a:p>
        </p:txBody>
      </p:sp>
      <p:sp>
        <p:nvSpPr>
          <p:cNvPr id="2" name="Marcador de pie de página 5">
            <a:extLst>
              <a:ext uri="{FF2B5EF4-FFF2-40B4-BE49-F238E27FC236}">
                <a16:creationId xmlns:a16="http://schemas.microsoft.com/office/drawing/2014/main" id="{FF273AA8-D1D4-72FC-718F-0CBF4C969D36}"/>
              </a:ext>
            </a:extLst>
          </p:cNvPr>
          <p:cNvSpPr txBox="1">
            <a:spLocks/>
          </p:cNvSpPr>
          <p:nvPr/>
        </p:nvSpPr>
        <p:spPr>
          <a:xfrm>
            <a:off x="432128" y="6582525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lang="es-ES"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cqisense.com</a:t>
            </a:r>
          </a:p>
        </p:txBody>
      </p:sp>
      <p:sp>
        <p:nvSpPr>
          <p:cNvPr id="90" name="Placeholder Diagrama"/>
          <p:cNvSpPr txBox="1">
            <a:spLocks/>
          </p:cNvSpPr>
          <p:nvPr/>
        </p:nvSpPr>
        <p:spPr>
          <a:xfrm>
            <a:off x="1828800" y="1080000"/>
            <a:ext cx="8534400" cy="4320000"/>
          </a:xfrm>
          <a:prstGeom prst="rect">
            <a:avLst/>
          </a:prstGeom>
          <a:solidFill>
            <a:srgbClr val="EEF3FF"/>
          </a:solidFill>
          <a:ln w="19050">
            <a:solidFill>
              <a:srgbClr val="0044FF"/>
            </a:solidFill>
          </a:ln>
        </p:spPr>
        <p:txBody>
          <a:bodyPr vert="horz" lIns="91440" tIns="91440" rIns="91440" bIns="91440" anchor="ctr"/>
          <a:lstStyle/>
          <a:p>
            <a:pPr algn="ctr"/>
            <a:r>
              <a:rPr lang="es-ES" sz="1800" b="0" dirty="0">
                <a:solidFill>
                  <a:srgbClr val="0044FF"/>
                </a:solidFill>
                <a:latin typeface="Arial"/>
              </a:rPr>
              <a:t>[ Insertar diagrama o imagen aquí ]</a:t>
            </a:r>
          </a:p>
        </p:txBody>
      </p:sp>
    </p:spTree>
    <p:extLst>
      <p:ext uri="{BB962C8B-B14F-4D97-AF65-F5344CB8AC3E}">
        <p14:creationId xmlns:p14="http://schemas.microsoft.com/office/powerpoint/2010/main" val="268966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EDB1-1A6D-4436-C1E9-4BED82213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E3D29AD4-4077-F47F-C7D1-B0BBDAC41707}"/>
              </a:ext>
            </a:extLst>
          </p:cNvPr>
          <p:cNvSpPr/>
          <p:nvPr/>
        </p:nvSpPr>
        <p:spPr>
          <a:xfrm>
            <a:off x="11572240" y="6352384"/>
            <a:ext cx="619760" cy="387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28D69A9-A43C-7704-B0F2-CA77074D0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dirty="0">
                <a:solidFill>
                  <a:schemeClr val="bg2"/>
                </a:solidFill>
                <a:cs typeface="Arial"/>
              </a:rPr>
              <a:t>Objetivo / Descripción del Contenido</a:t>
            </a:r>
            <a:endParaRPr lang="es-ES" sz="2400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2800783-701B-C8FA-158B-0C4A8EAD2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2240" y="6352384"/>
            <a:ext cx="619760" cy="387382"/>
          </a:xfrm>
        </p:spPr>
        <p:txBody>
          <a:bodyPr/>
          <a:lstStyle/>
          <a:p>
            <a:pPr algn="ctr"/>
            <a:fld id="{17355891-E9F0-4983-99BF-9F86C85A70B2}" type="slidenum">
              <a:rPr lang="es-ES" sz="2000" smtClean="0"/>
              <a:pPr algn="ctr"/>
              <a:t>3</a:t>
            </a:fld>
            <a:endParaRPr lang="es-ES" sz="2000"/>
          </a:p>
        </p:txBody>
      </p:sp>
      <p:sp>
        <p:nvSpPr>
          <p:cNvPr id="2" name="Marcador de pie de página 5">
            <a:extLst>
              <a:ext uri="{FF2B5EF4-FFF2-40B4-BE49-F238E27FC236}">
                <a16:creationId xmlns:a16="http://schemas.microsoft.com/office/drawing/2014/main" id="{E31F5419-2211-E66B-D596-E83AFDEBC245}"/>
              </a:ext>
            </a:extLst>
          </p:cNvPr>
          <p:cNvSpPr txBox="1">
            <a:spLocks/>
          </p:cNvSpPr>
          <p:nvPr/>
        </p:nvSpPr>
        <p:spPr>
          <a:xfrm>
            <a:off x="432128" y="6582525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lang="es-ES"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cqisense.com</a:t>
            </a:r>
          </a:p>
        </p:txBody>
      </p:sp>
      <p:sp>
        <p:nvSpPr>
          <p:cNvPr id="91" name="Placeholder Diagrama Slide3"/>
          <p:cNvSpPr txBox="1">
            <a:spLocks/>
          </p:cNvSpPr>
          <p:nvPr/>
        </p:nvSpPr>
        <p:spPr>
          <a:xfrm>
            <a:off x="5566809" y="1808922"/>
            <a:ext cx="6432085" cy="4035287"/>
          </a:xfrm>
          <a:prstGeom prst="rect">
            <a:avLst/>
          </a:prstGeom>
          <a:solidFill>
            <a:srgbClr val="EEF3FF"/>
          </a:solidFill>
          <a:ln w="19050">
            <a:solidFill>
              <a:srgbClr val="0044FF"/>
            </a:solidFill>
          </a:ln>
        </p:spPr>
        <p:txBody>
          <a:bodyPr vert="horz" lIns="91440" tIns="91440" rIns="91440" bIns="91440" anchor="ctr"/>
          <a:lstStyle/>
          <a:p>
            <a:pPr algn="ctr"/>
            <a:r>
              <a:rPr lang="es-ES" sz="1600" dirty="0">
                <a:solidFill>
                  <a:srgbClr val="0044FF"/>
                </a:solidFill>
                <a:latin typeface="Arial"/>
              </a:rPr>
              <a:t>[ Insertar diagrama, imagen o esquema ]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4442E5A-CD43-FCE9-B52B-D5C84AC66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28" y="2262379"/>
            <a:ext cx="504481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0" lang="es-ES" altLang="en-US" sz="1400" b="0" dirty="0">
                <a:ln>
                  <a:noFill/>
                </a:ln>
                <a:solidFill>
                  <a:srgbClr val="343A40"/>
                </a:solidFill>
                <a:latin typeface="Arial"/>
              </a:rPr>
              <a:t>[Descripción del objetivo o contenido principal de este slide. Reemplazar con texto real.]</a:t>
            </a:r>
          </a:p>
        </p:txBody>
      </p:sp>
    </p:spTree>
    <p:extLst>
      <p:ext uri="{BB962C8B-B14F-4D97-AF65-F5344CB8AC3E}">
        <p14:creationId xmlns:p14="http://schemas.microsoft.com/office/powerpoint/2010/main" val="265966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0624F1A-D2DE-C671-89CD-502C79375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E5B834A-E06A-0A47-D5E6-F23FF199E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51200"/>
            <a:ext cx="3726456" cy="558767"/>
          </a:xfrm>
        </p:spPr>
        <p:txBody>
          <a:bodyPr>
            <a:normAutofit/>
          </a:bodyPr>
          <a:lstStyle/>
          <a:p>
            <a:r>
              <a:rPr lang="es-ES" dirty="0"/>
              <a:t>Propuesta / Diseño / Datos</a:t>
            </a:r>
          </a:p>
        </p:txBody>
      </p:sp>
      <p:sp>
        <p:nvSpPr>
          <p:cNvPr id="6" name="Rectangle 80">
            <a:extLst>
              <a:ext uri="{FF2B5EF4-FFF2-40B4-BE49-F238E27FC236}">
                <a16:creationId xmlns:a16="http://schemas.microsoft.com/office/drawing/2014/main" id="{9A89A01D-EF4E-00AE-6E04-180156D16F57}"/>
              </a:ext>
            </a:extLst>
          </p:cNvPr>
          <p:cNvSpPr/>
          <p:nvPr/>
        </p:nvSpPr>
        <p:spPr>
          <a:xfrm>
            <a:off x="11572240" y="6352384"/>
            <a:ext cx="619760" cy="387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número de diapositiva 2">
            <a:extLst>
              <a:ext uri="{FF2B5EF4-FFF2-40B4-BE49-F238E27FC236}">
                <a16:creationId xmlns:a16="http://schemas.microsoft.com/office/drawing/2014/main" id="{D8B53915-9DA9-D9B0-FBAD-5EA55D70CEF1}"/>
              </a:ext>
            </a:extLst>
          </p:cNvPr>
          <p:cNvSpPr txBox="1">
            <a:spLocks/>
          </p:cNvSpPr>
          <p:nvPr/>
        </p:nvSpPr>
        <p:spPr>
          <a:xfrm>
            <a:off x="11572240" y="6352384"/>
            <a:ext cx="619760" cy="387382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lang="es-ES" sz="1000" kern="120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7355891-E9F0-4983-99BF-9F86C85A70B2}" type="slidenum">
              <a:rPr lang="es-ES" sz="2000" smtClean="0"/>
              <a:pPr algn="ctr"/>
              <a:t>4</a:t>
            </a:fld>
            <a:endParaRPr lang="es-ES" sz="2000"/>
          </a:p>
        </p:txBody>
      </p:sp>
      <p:sp>
        <p:nvSpPr>
          <p:cNvPr id="5" name="Marcador de pie de página 5">
            <a:extLst>
              <a:ext uri="{FF2B5EF4-FFF2-40B4-BE49-F238E27FC236}">
                <a16:creationId xmlns:a16="http://schemas.microsoft.com/office/drawing/2014/main" id="{17B204B8-B55D-CBB3-8E3E-411EDA6F2200}"/>
              </a:ext>
            </a:extLst>
          </p:cNvPr>
          <p:cNvSpPr txBox="1">
            <a:spLocks/>
          </p:cNvSpPr>
          <p:nvPr/>
        </p:nvSpPr>
        <p:spPr>
          <a:xfrm>
            <a:off x="432128" y="6582525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lang="es-ES"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cqisense.com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5FC6E1-4384-283F-9FAA-5FBE1C0FC792}"/>
              </a:ext>
            </a:extLst>
          </p:cNvPr>
          <p:cNvSpPr/>
          <p:nvPr/>
        </p:nvSpPr>
        <p:spPr>
          <a:xfrm rot="10800000" flipV="1">
            <a:off x="4911364" y="2903817"/>
            <a:ext cx="912036" cy="497631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latin typeface="Mangal Pro" panose="00000500000000000000" pitchFamily="2" charset="0"/>
                <a:cs typeface="Mangal Pro" panose="00000500000000000000" pitchFamily="2" charset="0"/>
              </a:rPr>
              <a:t>Unidad</a:t>
            </a:r>
            <a:endParaRPr lang="en-US" sz="16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03A9F8-E60B-67C2-E5DC-63A07120680C}"/>
              </a:ext>
            </a:extLst>
          </p:cNvPr>
          <p:cNvSpPr/>
          <p:nvPr/>
        </p:nvSpPr>
        <p:spPr>
          <a:xfrm>
            <a:off x="6419075" y="1192222"/>
            <a:ext cx="1191350" cy="497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Mangal Pro" panose="00000500000000000000" pitchFamily="2" charset="0"/>
                <a:cs typeface="Mangal Pro" panose="00000500000000000000" pitchFamily="2" charset="0"/>
              </a:rPr>
              <a:t>Proceso 1</a:t>
            </a:r>
            <a:endParaRPr lang="en-US" sz="14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D5615F-E492-3440-AF70-A50561AA71D5}"/>
              </a:ext>
            </a:extLst>
          </p:cNvPr>
          <p:cNvSpPr/>
          <p:nvPr/>
        </p:nvSpPr>
        <p:spPr>
          <a:xfrm>
            <a:off x="8424701" y="2467489"/>
            <a:ext cx="912036" cy="226590"/>
          </a:xfrm>
          <a:prstGeom prst="rect">
            <a:avLst/>
          </a:prstGeom>
          <a:solidFill>
            <a:srgbClr val="DAE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chemeClr val="tx1">
                    <a:lumMod val="75000"/>
                  </a:schemeClr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Sub-Proceso 1</a:t>
            </a:r>
            <a:endParaRPr lang="en-US" sz="800" dirty="0">
              <a:solidFill>
                <a:schemeClr val="tx1">
                  <a:lumMod val="75000"/>
                </a:schemeClr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189713-64FC-7E6A-AF24-4F96221F44A3}"/>
              </a:ext>
            </a:extLst>
          </p:cNvPr>
          <p:cNvSpPr/>
          <p:nvPr/>
        </p:nvSpPr>
        <p:spPr>
          <a:xfrm>
            <a:off x="8424701" y="3670985"/>
            <a:ext cx="912036" cy="226590"/>
          </a:xfrm>
          <a:prstGeom prst="rect">
            <a:avLst/>
          </a:prstGeom>
          <a:solidFill>
            <a:srgbClr val="B7D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chemeClr val="tx1">
                    <a:lumMod val="75000"/>
                  </a:schemeClr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Sub-Proceso 2</a:t>
            </a:r>
            <a:endParaRPr lang="en-US" sz="800" dirty="0">
              <a:solidFill>
                <a:schemeClr val="tx1">
                  <a:lumMod val="75000"/>
                </a:schemeClr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2A452F-E858-3BAD-F6F9-ED09270B2CC9}"/>
              </a:ext>
            </a:extLst>
          </p:cNvPr>
          <p:cNvSpPr/>
          <p:nvPr/>
        </p:nvSpPr>
        <p:spPr>
          <a:xfrm>
            <a:off x="9683981" y="2022556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D1A8D5-1765-2F0E-750F-EA9635DD9953}"/>
              </a:ext>
            </a:extLst>
          </p:cNvPr>
          <p:cNvSpPr/>
          <p:nvPr/>
        </p:nvSpPr>
        <p:spPr>
          <a:xfrm>
            <a:off x="8424702" y="1133924"/>
            <a:ext cx="912036" cy="226590"/>
          </a:xfrm>
          <a:prstGeom prst="rect">
            <a:avLst/>
          </a:prstGeom>
          <a:solidFill>
            <a:srgbClr val="DDD9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chemeClr val="tx1">
                    <a:lumMod val="75000"/>
                  </a:schemeClr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Sub-Proceso 1</a:t>
            </a:r>
            <a:endParaRPr lang="en-US" sz="800" dirty="0">
              <a:solidFill>
                <a:schemeClr val="tx1">
                  <a:lumMod val="75000"/>
                </a:schemeClr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AE08CD-66A1-3F1F-2045-00430C17690D}"/>
              </a:ext>
            </a:extLst>
          </p:cNvPr>
          <p:cNvSpPr/>
          <p:nvPr/>
        </p:nvSpPr>
        <p:spPr>
          <a:xfrm>
            <a:off x="8440597" y="1580949"/>
            <a:ext cx="912036" cy="226590"/>
          </a:xfrm>
          <a:prstGeom prst="rect">
            <a:avLst/>
          </a:prstGeom>
          <a:solidFill>
            <a:srgbClr val="E4DF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chemeClr val="tx1">
                    <a:lumMod val="75000"/>
                  </a:schemeClr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Sub-Proceso 2</a:t>
            </a:r>
            <a:endParaRPr lang="en-US" sz="800" dirty="0">
              <a:solidFill>
                <a:schemeClr val="tx1">
                  <a:lumMod val="75000"/>
                </a:schemeClr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125C44-4990-9F9F-E354-7394074951E8}"/>
              </a:ext>
            </a:extLst>
          </p:cNvPr>
          <p:cNvSpPr/>
          <p:nvPr/>
        </p:nvSpPr>
        <p:spPr>
          <a:xfrm>
            <a:off x="6419075" y="3066783"/>
            <a:ext cx="1191350" cy="497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Mangal Pro" panose="00000500000000000000" pitchFamily="2" charset="0"/>
                <a:cs typeface="Mangal Pro" panose="00000500000000000000" pitchFamily="2" charset="0"/>
              </a:rPr>
              <a:t>Proceso 2</a:t>
            </a:r>
            <a:endParaRPr lang="en-US" sz="14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4F2C76-AE37-9F7C-0349-E39709124F18}"/>
              </a:ext>
            </a:extLst>
          </p:cNvPr>
          <p:cNvSpPr/>
          <p:nvPr/>
        </p:nvSpPr>
        <p:spPr>
          <a:xfrm>
            <a:off x="6419075" y="4773386"/>
            <a:ext cx="1191350" cy="497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Mangal Pro" panose="00000500000000000000" pitchFamily="2" charset="0"/>
                <a:cs typeface="Mangal Pro" panose="00000500000000000000" pitchFamily="2" charset="0"/>
              </a:rPr>
              <a:t>Proceso 3</a:t>
            </a:r>
            <a:endParaRPr lang="en-US" sz="14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312DE9-CF70-BA88-38F3-EDCCA5692F0B}"/>
              </a:ext>
            </a:extLst>
          </p:cNvPr>
          <p:cNvSpPr/>
          <p:nvPr/>
        </p:nvSpPr>
        <p:spPr>
          <a:xfrm>
            <a:off x="9683981" y="3805752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E8FCA2-8B46-0180-775D-FEF5518EC682}"/>
              </a:ext>
            </a:extLst>
          </p:cNvPr>
          <p:cNvSpPr/>
          <p:nvPr/>
        </p:nvSpPr>
        <p:spPr>
          <a:xfrm>
            <a:off x="9683981" y="2468355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449270-1D00-F656-8DD5-FE834ABEB7C6}"/>
              </a:ext>
            </a:extLst>
          </p:cNvPr>
          <p:cNvSpPr/>
          <p:nvPr/>
        </p:nvSpPr>
        <p:spPr>
          <a:xfrm>
            <a:off x="9683981" y="2914154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A3CC4C-2CAC-AB38-4F2E-0518C3D43334}"/>
              </a:ext>
            </a:extLst>
          </p:cNvPr>
          <p:cNvSpPr/>
          <p:nvPr/>
        </p:nvSpPr>
        <p:spPr>
          <a:xfrm>
            <a:off x="11799089" y="-2177976"/>
            <a:ext cx="912036" cy="2265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738A39-A8CB-DEC6-A65B-50FF73BEAE41}"/>
              </a:ext>
            </a:extLst>
          </p:cNvPr>
          <p:cNvSpPr/>
          <p:nvPr/>
        </p:nvSpPr>
        <p:spPr>
          <a:xfrm>
            <a:off x="9683981" y="3359953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7F07189-6E4F-041D-EA3F-FFB6B7375172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 flipV="1">
            <a:off x="9336737" y="2135851"/>
            <a:ext cx="347244" cy="444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6C2D7410-E192-D8DD-1C40-FC8B2094C430}"/>
              </a:ext>
            </a:extLst>
          </p:cNvPr>
          <p:cNvCxnSpPr>
            <a:stCxn id="24" idx="3"/>
            <a:endCxn id="42" idx="1"/>
          </p:cNvCxnSpPr>
          <p:nvPr/>
        </p:nvCxnSpPr>
        <p:spPr>
          <a:xfrm>
            <a:off x="9336737" y="2580784"/>
            <a:ext cx="347244" cy="8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67904C6-B328-4CDA-9C82-92240D1C80F5}"/>
              </a:ext>
            </a:extLst>
          </p:cNvPr>
          <p:cNvCxnSpPr>
            <a:stCxn id="24" idx="3"/>
            <a:endCxn id="43" idx="1"/>
          </p:cNvCxnSpPr>
          <p:nvPr/>
        </p:nvCxnSpPr>
        <p:spPr>
          <a:xfrm>
            <a:off x="9336737" y="2580784"/>
            <a:ext cx="347244" cy="446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901F570-B192-380A-5565-109E89D2E131}"/>
              </a:ext>
            </a:extLst>
          </p:cNvPr>
          <p:cNvCxnSpPr>
            <a:stCxn id="25" idx="3"/>
            <a:endCxn id="45" idx="1"/>
          </p:cNvCxnSpPr>
          <p:nvPr/>
        </p:nvCxnSpPr>
        <p:spPr>
          <a:xfrm flipV="1">
            <a:off x="9336737" y="3473248"/>
            <a:ext cx="347244" cy="3110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F4D750A-D72E-4BD1-C911-CE5F4E2C3E38}"/>
              </a:ext>
            </a:extLst>
          </p:cNvPr>
          <p:cNvCxnSpPr>
            <a:stCxn id="25" idx="3"/>
            <a:endCxn id="41" idx="1"/>
          </p:cNvCxnSpPr>
          <p:nvPr/>
        </p:nvCxnSpPr>
        <p:spPr>
          <a:xfrm>
            <a:off x="9336737" y="3784280"/>
            <a:ext cx="347244" cy="1347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7EADFB67-F1BE-145E-7D9D-4D7E065798AB}"/>
              </a:ext>
            </a:extLst>
          </p:cNvPr>
          <p:cNvCxnSpPr>
            <a:cxnSpLocks/>
            <a:stCxn id="39" idx="3"/>
            <a:endCxn id="24" idx="1"/>
          </p:cNvCxnSpPr>
          <p:nvPr/>
        </p:nvCxnSpPr>
        <p:spPr>
          <a:xfrm flipV="1">
            <a:off x="7610425" y="2580784"/>
            <a:ext cx="814276" cy="7348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F4124A7-5580-994C-D6AE-4E4CE906DDE2}"/>
              </a:ext>
            </a:extLst>
          </p:cNvPr>
          <p:cNvCxnSpPr>
            <a:cxnSpLocks/>
            <a:stCxn id="39" idx="3"/>
            <a:endCxn id="25" idx="1"/>
          </p:cNvCxnSpPr>
          <p:nvPr/>
        </p:nvCxnSpPr>
        <p:spPr>
          <a:xfrm>
            <a:off x="7610425" y="3315599"/>
            <a:ext cx="814276" cy="4686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2E1F2C7-D2F1-9452-D3DE-59087F46051B}"/>
              </a:ext>
            </a:extLst>
          </p:cNvPr>
          <p:cNvSpPr/>
          <p:nvPr/>
        </p:nvSpPr>
        <p:spPr>
          <a:xfrm>
            <a:off x="9683981" y="1130958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1D3BD9B-89D2-7F88-628B-2A8AB9FC22FC}"/>
              </a:ext>
            </a:extLst>
          </p:cNvPr>
          <p:cNvSpPr/>
          <p:nvPr/>
        </p:nvSpPr>
        <p:spPr>
          <a:xfrm>
            <a:off x="9668085" y="1569620"/>
            <a:ext cx="912036" cy="24924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EC15609-286B-B7C7-4EB2-293D49AC296F}"/>
              </a:ext>
            </a:extLst>
          </p:cNvPr>
          <p:cNvSpPr/>
          <p:nvPr/>
        </p:nvSpPr>
        <p:spPr>
          <a:xfrm>
            <a:off x="8440597" y="4516672"/>
            <a:ext cx="912036" cy="22659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chemeClr val="tx1">
                    <a:lumMod val="75000"/>
                  </a:schemeClr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Sub-Proceso 1</a:t>
            </a:r>
            <a:endParaRPr lang="en-US" sz="800" dirty="0">
              <a:solidFill>
                <a:schemeClr val="tx1">
                  <a:lumMod val="75000"/>
                </a:schemeClr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417E206-D781-99F6-3218-191463B4085A}"/>
              </a:ext>
            </a:extLst>
          </p:cNvPr>
          <p:cNvSpPr/>
          <p:nvPr/>
        </p:nvSpPr>
        <p:spPr>
          <a:xfrm>
            <a:off x="8424701" y="5362357"/>
            <a:ext cx="912036" cy="226590"/>
          </a:xfrm>
          <a:prstGeom prst="rect">
            <a:avLst/>
          </a:prstGeom>
          <a:solidFill>
            <a:srgbClr val="C4D7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chemeClr val="tx1">
                    <a:lumMod val="75000"/>
                  </a:schemeClr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Sub-Proceso 2</a:t>
            </a:r>
            <a:endParaRPr lang="en-US" sz="800" dirty="0">
              <a:solidFill>
                <a:schemeClr val="tx1">
                  <a:lumMod val="75000"/>
                </a:schemeClr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230C73C-3C19-004C-270D-74116A2D24FA}"/>
              </a:ext>
            </a:extLst>
          </p:cNvPr>
          <p:cNvSpPr/>
          <p:nvPr/>
        </p:nvSpPr>
        <p:spPr>
          <a:xfrm>
            <a:off x="9683981" y="5588947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D5BBDE0-7873-CDAA-5192-7B86BC17511C}"/>
              </a:ext>
            </a:extLst>
          </p:cNvPr>
          <p:cNvSpPr/>
          <p:nvPr/>
        </p:nvSpPr>
        <p:spPr>
          <a:xfrm>
            <a:off x="9683981" y="4251551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4917E06-73B6-94A5-C691-5BEAB257CB5E}"/>
              </a:ext>
            </a:extLst>
          </p:cNvPr>
          <p:cNvSpPr/>
          <p:nvPr/>
        </p:nvSpPr>
        <p:spPr>
          <a:xfrm>
            <a:off x="9683981" y="4697350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D5E8B21-FF48-8C5E-E42D-9E34F905C9CA}"/>
              </a:ext>
            </a:extLst>
          </p:cNvPr>
          <p:cNvSpPr/>
          <p:nvPr/>
        </p:nvSpPr>
        <p:spPr>
          <a:xfrm>
            <a:off x="9683981" y="5143149"/>
            <a:ext cx="912036" cy="2265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0689883-6968-D0A3-56CE-9816E1BC5838}"/>
              </a:ext>
            </a:extLst>
          </p:cNvPr>
          <p:cNvCxnSpPr>
            <a:stCxn id="66" idx="3"/>
            <a:endCxn id="69" idx="1"/>
          </p:cNvCxnSpPr>
          <p:nvPr/>
        </p:nvCxnSpPr>
        <p:spPr>
          <a:xfrm flipV="1">
            <a:off x="9352633" y="4364846"/>
            <a:ext cx="331348" cy="2651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2FC6893-3FAB-D10A-E727-FD11AABCE272}"/>
              </a:ext>
            </a:extLst>
          </p:cNvPr>
          <p:cNvCxnSpPr>
            <a:stCxn id="66" idx="3"/>
            <a:endCxn id="70" idx="1"/>
          </p:cNvCxnSpPr>
          <p:nvPr/>
        </p:nvCxnSpPr>
        <p:spPr>
          <a:xfrm>
            <a:off x="9352633" y="4629967"/>
            <a:ext cx="331348" cy="1806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DDD29EB1-01B5-5389-98C4-EEA02821E0A4}"/>
              </a:ext>
            </a:extLst>
          </p:cNvPr>
          <p:cNvCxnSpPr>
            <a:stCxn id="67" idx="3"/>
            <a:endCxn id="71" idx="1"/>
          </p:cNvCxnSpPr>
          <p:nvPr/>
        </p:nvCxnSpPr>
        <p:spPr>
          <a:xfrm flipV="1">
            <a:off x="9336737" y="5256444"/>
            <a:ext cx="347244" cy="2192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4499DD07-D8AF-F261-81FC-662B415F5A7E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>
            <a:off x="9336737" y="5475652"/>
            <a:ext cx="347244" cy="2265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B298927B-AFC4-F3CF-E3C1-E5F9B5EC0FB0}"/>
              </a:ext>
            </a:extLst>
          </p:cNvPr>
          <p:cNvCxnSpPr>
            <a:cxnSpLocks/>
            <a:stCxn id="40" idx="3"/>
            <a:endCxn id="66" idx="1"/>
          </p:cNvCxnSpPr>
          <p:nvPr/>
        </p:nvCxnSpPr>
        <p:spPr>
          <a:xfrm flipV="1">
            <a:off x="7610425" y="4629967"/>
            <a:ext cx="830172" cy="3922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D74911E7-B399-F34D-62E9-842B6D7008FA}"/>
              </a:ext>
            </a:extLst>
          </p:cNvPr>
          <p:cNvCxnSpPr>
            <a:stCxn id="40" idx="3"/>
            <a:endCxn id="67" idx="1"/>
          </p:cNvCxnSpPr>
          <p:nvPr/>
        </p:nvCxnSpPr>
        <p:spPr>
          <a:xfrm>
            <a:off x="7610425" y="5022202"/>
            <a:ext cx="814276" cy="4534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A8D5B027-5A48-19EC-3265-CEEFF6DDFDD2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 flipV="1">
            <a:off x="7610425" y="1247219"/>
            <a:ext cx="814277" cy="1938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7995E76C-8843-92A2-A3A0-833176011BF3}"/>
              </a:ext>
            </a:extLst>
          </p:cNvPr>
          <p:cNvCxnSpPr>
            <a:stCxn id="21" idx="3"/>
            <a:endCxn id="28" idx="1"/>
          </p:cNvCxnSpPr>
          <p:nvPr/>
        </p:nvCxnSpPr>
        <p:spPr>
          <a:xfrm>
            <a:off x="7610425" y="1441038"/>
            <a:ext cx="830172" cy="253206"/>
          </a:xfrm>
          <a:prstGeom prst="bentConnector3">
            <a:avLst>
              <a:gd name="adj1" fmla="val 488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8ABEB7A0-9454-D0F3-6095-1770862830EE}"/>
              </a:ext>
            </a:extLst>
          </p:cNvPr>
          <p:cNvCxnSpPr>
            <a:stCxn id="27" idx="3"/>
            <a:endCxn id="62" idx="1"/>
          </p:cNvCxnSpPr>
          <p:nvPr/>
        </p:nvCxnSpPr>
        <p:spPr>
          <a:xfrm flipV="1">
            <a:off x="9336738" y="1244253"/>
            <a:ext cx="347243" cy="29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107204E-9A09-5DB6-01D6-CEA8E624635A}"/>
              </a:ext>
            </a:extLst>
          </p:cNvPr>
          <p:cNvCxnSpPr>
            <a:cxnSpLocks/>
            <a:stCxn id="28" idx="3"/>
            <a:endCxn id="63" idx="1"/>
          </p:cNvCxnSpPr>
          <p:nvPr/>
        </p:nvCxnSpPr>
        <p:spPr>
          <a:xfrm>
            <a:off x="9352633" y="1694244"/>
            <a:ext cx="315452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Placeholder Datos Slide4"/>
          <p:cNvSpPr txBox="1">
            <a:spLocks/>
          </p:cNvSpPr>
          <p:nvPr/>
        </p:nvSpPr>
        <p:spPr>
          <a:xfrm>
            <a:off x="432128" y="766800"/>
            <a:ext cx="6858000" cy="5486400"/>
          </a:xfrm>
          <a:prstGeom prst="rect">
            <a:avLst/>
          </a:prstGeom>
          <a:solidFill>
            <a:srgbClr val="F4F6FF"/>
          </a:solidFill>
          <a:ln w="19050">
            <a:solidFill>
              <a:srgbClr val="0044FF"/>
            </a:solidFill>
          </a:ln>
        </p:spPr>
        <p:txBody>
          <a:bodyPr vert="horz" lIns="91440" tIns="91440" rIns="91440" bIns="91440" anchor="ctr"/>
          <a:lstStyle/>
          <a:p>
            <a:pPr algn="ctr"/>
            <a:r>
              <a:rPr lang="es-ES" sz="1600" dirty="0">
                <a:solidFill>
                  <a:srgbClr val="0044FF"/>
                </a:solidFill>
                <a:latin typeface="Arial"/>
              </a:rPr>
              <a:t>[ Tabla de datos, proceso o diagrama izquierdo ]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5317691B-912C-536D-B70A-D210F1B795F3}"/>
              </a:ext>
            </a:extLst>
          </p:cNvPr>
          <p:cNvCxnSpPr>
            <a:stCxn id="3" idx="1"/>
            <a:endCxn id="21" idx="1"/>
          </p:cNvCxnSpPr>
          <p:nvPr/>
        </p:nvCxnSpPr>
        <p:spPr>
          <a:xfrm flipV="1">
            <a:off x="5823400" y="1441038"/>
            <a:ext cx="595675" cy="17115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12F91FEC-3F62-0845-58E6-39647E1BC728}"/>
              </a:ext>
            </a:extLst>
          </p:cNvPr>
          <p:cNvCxnSpPr>
            <a:stCxn id="3" idx="1"/>
            <a:endCxn id="39" idx="1"/>
          </p:cNvCxnSpPr>
          <p:nvPr/>
        </p:nvCxnSpPr>
        <p:spPr>
          <a:xfrm>
            <a:off x="5823400" y="3152633"/>
            <a:ext cx="595675" cy="1629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B20012B7-DCEC-E068-F533-1F49ADEE3F86}"/>
              </a:ext>
            </a:extLst>
          </p:cNvPr>
          <p:cNvCxnSpPr>
            <a:stCxn id="3" idx="1"/>
            <a:endCxn id="40" idx="1"/>
          </p:cNvCxnSpPr>
          <p:nvPr/>
        </p:nvCxnSpPr>
        <p:spPr>
          <a:xfrm>
            <a:off x="5823400" y="3152633"/>
            <a:ext cx="595675" cy="18695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38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A0D780-E5AE-E6CD-41FF-E9D26752D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C22FD7-10EA-A33D-C9EA-A7618AF5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Planificación / Cronograma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E8891-2C9D-ED5A-567F-A706684BC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cqisense.com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89C99-ECA0-0623-4B03-E3E9FC980645}"/>
              </a:ext>
            </a:extLst>
          </p:cNvPr>
          <p:cNvSpPr txBox="1"/>
          <p:nvPr/>
        </p:nvSpPr>
        <p:spPr>
          <a:xfrm>
            <a:off x="447397" y="1667995"/>
            <a:ext cx="2941845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s-ES" b="1" dirty="0">
                <a:solidFill>
                  <a:schemeClr val="bg2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Herramienta / Recurso</a:t>
            </a:r>
            <a:endParaRPr lang="en-US" b="1" dirty="0">
              <a:solidFill>
                <a:schemeClr val="bg2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FD564-CB75-B379-B2F5-625834716326}"/>
              </a:ext>
            </a:extLst>
          </p:cNvPr>
          <p:cNvSpPr txBox="1"/>
          <p:nvPr/>
        </p:nvSpPr>
        <p:spPr>
          <a:xfrm>
            <a:off x="3744425" y="1665335"/>
            <a:ext cx="2865096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s-ES" b="1" dirty="0">
                <a:solidFill>
                  <a:schemeClr val="bg2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Estimación de Tiempo</a:t>
            </a:r>
            <a:endParaRPr lang="en-US" b="1" dirty="0">
              <a:solidFill>
                <a:schemeClr val="bg2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7EBF7-8342-BE0E-B89F-B8ADC2D2CEA5}"/>
              </a:ext>
            </a:extLst>
          </p:cNvPr>
          <p:cNvSpPr txBox="1"/>
          <p:nvPr/>
        </p:nvSpPr>
        <p:spPr>
          <a:xfrm>
            <a:off x="3830427" y="2518024"/>
            <a:ext cx="2545662" cy="318924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s-ES" sz="1600" dirty="0">
                <a:latin typeface="Mangal Pro" panose="00000500000000000000" pitchFamily="2" charset="0"/>
                <a:cs typeface="Mangal Pro" panose="00000500000000000000" pitchFamily="2" charset="0"/>
              </a:rPr>
              <a:t>Estimación: [X] hrs</a:t>
            </a:r>
            <a:endParaRPr lang="en-US" sz="16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7FE37-C6FA-BAD4-240D-493C99A95589}"/>
              </a:ext>
            </a:extLst>
          </p:cNvPr>
          <p:cNvSpPr txBox="1"/>
          <p:nvPr/>
        </p:nvSpPr>
        <p:spPr>
          <a:xfrm>
            <a:off x="3830427" y="3032218"/>
            <a:ext cx="2545662" cy="318924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s-ES" sz="1600" dirty="0">
                <a:latin typeface="Mangal Pro" panose="00000500000000000000" pitchFamily="2" charset="0"/>
                <a:cs typeface="Mangal Pro" panose="00000500000000000000" pitchFamily="2" charset="0"/>
              </a:rPr>
              <a:t>Total: [X] hrs</a:t>
            </a:r>
            <a:endParaRPr lang="en-US" sz="16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3D68A-4FD5-80B2-7FC1-7FBB30DC3BCA}"/>
              </a:ext>
            </a:extLst>
          </p:cNvPr>
          <p:cNvSpPr txBox="1"/>
          <p:nvPr/>
        </p:nvSpPr>
        <p:spPr>
          <a:xfrm>
            <a:off x="586546" y="2788428"/>
            <a:ext cx="23753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latin typeface="Mangal Pro" panose="00000500000000000000" pitchFamily="2" charset="0"/>
                <a:cs typeface="Mangal Pro" panose="00000500000000000000" pitchFamily="2" charset="0"/>
              </a:rPr>
              <a:t>[Herramienta]</a:t>
            </a:r>
            <a:endParaRPr lang="en-US" sz="16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0206C7-6D8F-8FE5-D6E6-836F59DC0668}"/>
              </a:ext>
            </a:extLst>
          </p:cNvPr>
          <p:cNvCxnSpPr>
            <a:cxnSpLocks/>
          </p:cNvCxnSpPr>
          <p:nvPr/>
        </p:nvCxnSpPr>
        <p:spPr>
          <a:xfrm>
            <a:off x="3389242" y="1461052"/>
            <a:ext cx="0" cy="4522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4C27F7-E9A5-E027-1F9B-909E64588281}"/>
              </a:ext>
            </a:extLst>
          </p:cNvPr>
          <p:cNvCxnSpPr>
            <a:cxnSpLocks/>
          </p:cNvCxnSpPr>
          <p:nvPr/>
        </p:nvCxnSpPr>
        <p:spPr>
          <a:xfrm>
            <a:off x="7185990" y="1456584"/>
            <a:ext cx="0" cy="4526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CB6F855-9930-F5C8-E5A9-C2CD57B41A71}"/>
              </a:ext>
            </a:extLst>
          </p:cNvPr>
          <p:cNvSpPr txBox="1"/>
          <p:nvPr/>
        </p:nvSpPr>
        <p:spPr>
          <a:xfrm>
            <a:off x="7872477" y="1665335"/>
            <a:ext cx="2865096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s-ES" b="1" dirty="0">
                <a:solidFill>
                  <a:schemeClr val="bg2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Involucrados / Responsables</a:t>
            </a:r>
            <a:endParaRPr lang="en-US" b="1" dirty="0">
              <a:solidFill>
                <a:schemeClr val="bg2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8B23FC-EC15-3C6C-8CB7-98FAEA165984}"/>
              </a:ext>
            </a:extLst>
          </p:cNvPr>
          <p:cNvSpPr txBox="1"/>
          <p:nvPr/>
        </p:nvSpPr>
        <p:spPr>
          <a:xfrm>
            <a:off x="7414591" y="2744071"/>
            <a:ext cx="2460070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[Tarea 1]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7A16FE-D26E-8282-C510-8392011D2EB4}"/>
              </a:ext>
            </a:extLst>
          </p:cNvPr>
          <p:cNvSpPr txBox="1"/>
          <p:nvPr/>
        </p:nvSpPr>
        <p:spPr>
          <a:xfrm>
            <a:off x="7414591" y="3309383"/>
            <a:ext cx="2460070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[Tarea 2]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BAF190-FDF3-99CE-831B-3C3FA922E2F7}"/>
              </a:ext>
            </a:extLst>
          </p:cNvPr>
          <p:cNvSpPr txBox="1"/>
          <p:nvPr/>
        </p:nvSpPr>
        <p:spPr>
          <a:xfrm>
            <a:off x="7414591" y="3905067"/>
            <a:ext cx="2460070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[Tarea 3]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3BAA7B-6DDA-80FE-36C7-3C8ABE1598C0}"/>
              </a:ext>
            </a:extLst>
          </p:cNvPr>
          <p:cNvSpPr txBox="1"/>
          <p:nvPr/>
        </p:nvSpPr>
        <p:spPr>
          <a:xfrm>
            <a:off x="7414591" y="4570570"/>
            <a:ext cx="2460070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[Tarea 4]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239DB3-0499-C5C3-5B49-A2AAE52088EF}"/>
              </a:ext>
            </a:extLst>
          </p:cNvPr>
          <p:cNvSpPr txBox="1"/>
          <p:nvPr/>
        </p:nvSpPr>
        <p:spPr>
          <a:xfrm>
            <a:off x="9978887" y="2728838"/>
            <a:ext cx="2017643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[A definir]</a:t>
            </a:r>
            <a:endParaRPr 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6054A-4041-0D94-A86B-094129DBC65D}"/>
              </a:ext>
            </a:extLst>
          </p:cNvPr>
          <p:cNvSpPr txBox="1"/>
          <p:nvPr/>
        </p:nvSpPr>
        <p:spPr>
          <a:xfrm>
            <a:off x="7414591" y="2227865"/>
            <a:ext cx="2017643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Tarea</a:t>
            </a:r>
            <a:endParaRPr lang="en-US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270802-345A-9F78-6754-28F34271680E}"/>
              </a:ext>
            </a:extLst>
          </p:cNvPr>
          <p:cNvSpPr txBox="1"/>
          <p:nvPr/>
        </p:nvSpPr>
        <p:spPr>
          <a:xfrm>
            <a:off x="9978887" y="2227864"/>
            <a:ext cx="2017643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Responsable</a:t>
            </a:r>
            <a:endParaRPr lang="en-US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9D1A4E-B13A-030D-20C0-EB7AF6DBD6C6}"/>
              </a:ext>
            </a:extLst>
          </p:cNvPr>
          <p:cNvSpPr txBox="1"/>
          <p:nvPr/>
        </p:nvSpPr>
        <p:spPr>
          <a:xfrm>
            <a:off x="9973917" y="3309382"/>
            <a:ext cx="1674744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[Equipo/Área]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4216EE-3FD7-DC0B-A39F-FF06D51B1A3F}"/>
              </a:ext>
            </a:extLst>
          </p:cNvPr>
          <p:cNvSpPr txBox="1"/>
          <p:nvPr/>
        </p:nvSpPr>
        <p:spPr>
          <a:xfrm>
            <a:off x="7414591" y="5005361"/>
            <a:ext cx="2460070" cy="50359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[Tarea 5]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0F3F2B-21E7-32B2-36FD-199E82F42BBA}"/>
              </a:ext>
            </a:extLst>
          </p:cNvPr>
          <p:cNvSpPr txBox="1"/>
          <p:nvPr/>
        </p:nvSpPr>
        <p:spPr>
          <a:xfrm>
            <a:off x="9973917" y="5113082"/>
            <a:ext cx="1674744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[Responsable]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85D076-9DEE-8B89-9CF5-12FB32447EAB}"/>
              </a:ext>
            </a:extLst>
          </p:cNvPr>
          <p:cNvSpPr txBox="1"/>
          <p:nvPr/>
        </p:nvSpPr>
        <p:spPr>
          <a:xfrm>
            <a:off x="9978887" y="4533131"/>
            <a:ext cx="2017643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[A definir]</a:t>
            </a:r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8244CF-41F5-C51F-F6E2-35CDC96FE458}"/>
              </a:ext>
            </a:extLst>
          </p:cNvPr>
          <p:cNvSpPr txBox="1"/>
          <p:nvPr/>
        </p:nvSpPr>
        <p:spPr>
          <a:xfrm>
            <a:off x="9978887" y="3865354"/>
            <a:ext cx="2017643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r>
              <a:rPr lang="es-ES" sz="1400" dirty="0"/>
              <a:t>[A definir]</a:t>
            </a:r>
            <a:endParaRPr lang="en-US" sz="14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2201E9-F404-12B9-810F-B48BB515C57B}"/>
              </a:ext>
            </a:extLst>
          </p:cNvPr>
          <p:cNvCxnSpPr>
            <a:cxnSpLocks/>
          </p:cNvCxnSpPr>
          <p:nvPr/>
        </p:nvCxnSpPr>
        <p:spPr>
          <a:xfrm>
            <a:off x="9874661" y="2227864"/>
            <a:ext cx="0" cy="3281087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54925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CQISense">
  <a:themeElements>
    <a:clrScheme name="CQISense Brand">
      <a:dk1>
        <a:srgbClr val="343A40"/>
      </a:dk1>
      <a:lt1>
        <a:sysClr val="window" lastClr="FFFFFF"/>
      </a:lt1>
      <a:dk2>
        <a:srgbClr val="232324"/>
      </a:dk2>
      <a:lt2>
        <a:srgbClr val="668FFF"/>
      </a:lt2>
      <a:accent1>
        <a:srgbClr val="0044FF"/>
      </a:accent1>
      <a:accent2>
        <a:srgbClr val="232324"/>
      </a:accent2>
      <a:accent3>
        <a:srgbClr val="668FFF"/>
      </a:accent3>
      <a:accent4>
        <a:srgbClr val="AFAFAF"/>
      </a:accent4>
      <a:accent5>
        <a:srgbClr val="FF563F"/>
      </a:accent5>
      <a:accent6>
        <a:srgbClr val="36A782"/>
      </a:accent6>
      <a:hlink>
        <a:srgbClr val="0044FF"/>
      </a:hlink>
      <a:folHlink>
        <a:srgbClr val="668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 anchor="ctr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62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7EABE6-640F-47EF-A146-47B473ABFFD8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begin{document}\n$$\\min \\sum_{t\\in T} \\sum_{p\\in P} c_{pt}^I I_{pt} + \\sum_{t\\in T}\\sum_{q\\in Q}\\sum_{m\\in M_q}c_{mt}^s s_mt$$\n\n\\end{document}&quot;}]}"/>
  </we:properties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e0c9bfa-684e-403f-8c04-517fe9ed2ae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A30A18778BFB446B1F44565A00D2679" ma:contentTypeVersion="13" ma:contentTypeDescription="Crear nuevo documento." ma:contentTypeScope="" ma:versionID="808a2fa502b4d3bae2a2a6da8bf2da78">
  <xsd:schema xmlns:xsd="http://www.w3.org/2001/XMLSchema" xmlns:xs="http://www.w3.org/2001/XMLSchema" xmlns:p="http://schemas.microsoft.com/office/2006/metadata/properties" xmlns:ns2="ee0c9bfa-684e-403f-8c04-517fe9ed2aee" xmlns:ns3="9a228ffe-7ebd-4bd1-b5be-b538606fd5b0" targetNamespace="http://schemas.microsoft.com/office/2006/metadata/properties" ma:root="true" ma:fieldsID="eb0f509aea13a16896fd763e393763ae" ns2:_="" ns3:_="">
    <xsd:import namespace="ee0c9bfa-684e-403f-8c04-517fe9ed2aee"/>
    <xsd:import namespace="9a228ffe-7ebd-4bd1-b5be-b538606fd5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c9bfa-684e-403f-8c04-517fe9ed2a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31e8f0b5-d6eb-43dc-a6f4-2c82414828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28ffe-7ebd-4bd1-b5be-b538606fd5b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C2E16E-C5E8-4260-A116-0CFB089DCEDB}">
  <ds:schemaRefs>
    <ds:schemaRef ds:uri="ee0c9bfa-684e-403f-8c04-517fe9ed2a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3DD7A-C1DE-45C8-A9AB-29915D7183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0c9bfa-684e-403f-8c04-517fe9ed2aee"/>
    <ds:schemaRef ds:uri="9a228ffe-7ebd-4bd1-b5be-b538606fd5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11F3AF-5B86-400B-B578-C380A0B24B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1119503-6b46-4a43-a658-e1d3aca29592}" enabled="1" method="Standard" siteId="{0a25214f-ee52-483c-b96b-dc79f3227a6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177</Words>
  <Application>Microsoft Macintosh PowerPoint</Application>
  <PresentationFormat>Widescreen</PresentationFormat>
  <Paragraphs>50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Courier New</vt:lpstr>
      <vt:lpstr>Mangal Pro</vt:lpstr>
      <vt:lpstr>Wingdings</vt:lpstr>
      <vt:lpstr>Template Repsol</vt:lpstr>
      <vt:lpstr>Reporte</vt:lpstr>
      <vt:lpstr>Desafíos en la Gestión de MECO</vt:lpstr>
      <vt:lpstr>Objetivo: Herramienta de Comunicación</vt:lpstr>
      <vt:lpstr>Propuesta del Diseño </vt:lpstr>
      <vt:lpstr>Planificación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BARRAZA GARCIA, JACKELINE CAROLINA</dc:creator>
  <cp:lastModifiedBy>Jacky Barraza</cp:lastModifiedBy>
  <cp:revision>6</cp:revision>
  <dcterms:created xsi:type="dcterms:W3CDTF">2021-02-04T10:09:28Z</dcterms:created>
  <dcterms:modified xsi:type="dcterms:W3CDTF">2026-04-04T19:46:45Z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0x0101009A30A18778BFB446B1F44565A00D2679</vt:lpwstr>
  </property>
  <property fmtid="{D5CDD505-2E9C-101B-9397-08002B2CF9AE}" pid="3" name="MSIP_Label_d1119503-6b46-4a43-a658-e1d3aca29592_ContentBits">
    <vt:lpwstr>0</vt:lpwstr>
  </property>
  <property fmtid="{D5CDD505-2E9C-101B-9397-08002B2CF9AE}" pid="4" name="MSIP_Label_d1119503-6b46-4a43-a658-e1d3aca29592_ActionId">
    <vt:lpwstr>aa2445cd-2962-4831-b09e-7584d9afcff6</vt:lpwstr>
  </property>
  <property fmtid="{D5CDD505-2E9C-101B-9397-08002B2CF9AE}" pid="5" name="MSIP_Label_d1119503-6b46-4a43-a658-e1d3aca29592_Enabled">
    <vt:lpwstr>true</vt:lpwstr>
  </property>
  <property fmtid="{D5CDD505-2E9C-101B-9397-08002B2CF9AE}" pid="6" name="MSIP_Label_d1119503-6b46-4a43-a658-e1d3aca29592_SetDate">
    <vt:lpwstr>2022-11-07T13:10:29Z</vt:lpwstr>
  </property>
  <property fmtid="{D5CDD505-2E9C-101B-9397-08002B2CF9AE}" pid="7" name="MSIP_Label_d1119503-6b46-4a43-a658-e1d3aca29592_SiteId">
    <vt:lpwstr>0a25214f-ee52-483c-b96b-dc79f3227a6f</vt:lpwstr>
  </property>
  <property fmtid="{D5CDD505-2E9C-101B-9397-08002B2CF9AE}" pid="8" name="MSIP_Label_d1119503-6b46-4a43-a658-e1d3aca29592_Method">
    <vt:lpwstr>Standard</vt:lpwstr>
  </property>
  <property fmtid="{D5CDD505-2E9C-101B-9397-08002B2CF9AE}" pid="9" name="MSIP_Label_d1119503-6b46-4a43-a658-e1d3aca29592_Name">
    <vt:lpwstr>No Additional Protections</vt:lpwstr>
  </property>
</Properties>
</file>